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45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76.xml" ContentType="application/vnd.openxmlformats-officedocument.presentationml.slide+xml"/>
  <Override PartName="/ppt/slides/slide78.xml" ContentType="application/vnd.openxmlformats-officedocument.presentationml.slide+xml"/>
  <Override PartName="/ppt/slides/slide89.xml" ContentType="application/vnd.openxmlformats-officedocument.presentationml.slide+xml"/>
  <Override PartName="/ppt/slides/slide51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0.xml" ContentType="application/vnd.openxmlformats-officedocument.presentationml.slide+xml"/>
  <Override PartName="/ppt/slides/slide9.xml" ContentType="application/vnd.openxmlformats-officedocument.presentationml.slide+xml"/>
  <Override PartName="/ppt/slides/slide124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63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29.xml" ContentType="application/vnd.openxmlformats-officedocument.presentationml.slide+xml"/>
  <Override PartName="/ppt/slides/slide44.xml" ContentType="application/vnd.openxmlformats-officedocument.presentationml.slide+xml"/>
  <Override PartName="/ppt/presentation.xml" ContentType="application/vnd.openxmlformats-officedocument.presentationml.presentation.main+xml"/>
  <Override PartName="/ppt/slides/slide103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40.xml" ContentType="application/vnd.openxmlformats-officedocument.presentationml.slide+xml"/>
  <Override PartName="/ppt/slides/slide33.xml" ContentType="application/vnd.openxmlformats-officedocument.presentationml.slide+xml"/>
  <Override PartName="/ppt/slides/slide31.xml" ContentType="application/vnd.openxmlformats-officedocument.presentationml.slide+xml"/>
  <Override PartName="/ppt/notesSlides/notesSlide136.xml" ContentType="application/vnd.openxmlformats-officedocument.presentationml.notesSlide+xml"/>
  <Override PartName="/ppt/notesSlides/notesSlide84.xml" ContentType="application/vnd.openxmlformats-officedocument.presentationml.notesSlide+xml"/>
  <Override PartName="/ppt/slides/slide112.xml" ContentType="application/vnd.openxmlformats-officedocument.presentationml.slide+xml"/>
  <Override PartName="/ppt/slides/slide123.xml" ContentType="application/vnd.openxmlformats-officedocument.presentationml.slide+xml"/>
  <Override PartName="/ppt/theme/theme2.xml" ContentType="application/vnd.openxmlformats-officedocument.theme+xml"/>
  <Override PartName="/ppt/notesSlides/notesSlide117.xml" ContentType="application/vnd.openxmlformats-officedocument.presentationml.notes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slides/slide28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22.xml" ContentType="application/vnd.openxmlformats-officedocument.presentationml.slide+xml"/>
  <Override PartName="/ppt/slides/slide4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46.xml" ContentType="application/vnd.openxmlformats-officedocument.presentationml.slide+xml"/>
  <Override PartName="/ppt/slides/slide18.xml" ContentType="application/vnd.openxmlformats-officedocument.presentationml.slide+xml"/>
  <Override PartName="/ppt/slides/slide69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100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8.xml" ContentType="application/vnd.openxmlformats-officedocument.presentationml.slide+xml"/>
  <Override PartName="/ppt/slides/slide11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24.xml" ContentType="application/vnd.openxmlformats-officedocument.presentationml.slide+xml"/>
  <Override PartName="/ppt/slides/slide110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55.xml" ContentType="application/vnd.openxmlformats-officedocument.presentationml.slide+xml"/>
  <Override PartName="/ppt/slides/slide4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9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11.xml" ContentType="application/vnd.openxmlformats-officedocument.presentationml.notesSlide+xml"/>
  <Override PartName="/ppt/slides/slide108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3.xml" ContentType="application/vnd.openxmlformats-officedocument.presentationml.notesSlide+xml"/>
  <Override PartName="/ppt/theme/theme8.xml" ContentType="application/vnd.openxmlformats-officedocument.them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4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96.xml" ContentType="application/vnd.openxmlformats-officedocument.presentationml.notesSlide+xml"/>
  <Override PartName="/ppt/theme/theme11.xml" ContentType="application/vnd.openxmlformats-officedocument.theme+xml"/>
  <Override PartName="/ppt/slides/slide62.xml" ContentType="application/vnd.openxmlformats-officedocument.presentationml.slide+xml"/>
  <Override PartName="/ppt/slides/slide29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5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slides/slide23.xml" ContentType="application/vnd.openxmlformats-officedocument.presentationml.slide+xml"/>
  <Override PartName="/ppt/slides/slide85.xml" ContentType="application/vnd.openxmlformats-officedocument.presentationml.slide+xml"/>
  <Override PartName="/ppt/theme/theme7.xml" ContentType="application/vnd.openxmlformats-officedocument.theme+xml"/>
  <Override PartName="/ppt/slides/slide72.xml" ContentType="application/vnd.openxmlformats-officedocument.presentationml.slide+xml"/>
  <Override PartName="/ppt/slides/slide21.xml" ContentType="application/vnd.openxmlformats-officedocument.presentationml.slide+xml"/>
  <Override PartName="/ppt/slides/slide115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63.xml" ContentType="application/vnd.openxmlformats-officedocument.presentationml.slide+xml"/>
  <Override PartName="/ppt/viewProps.xml" ContentType="application/vnd.openxmlformats-officedocument.presentationml.viewProps+xml"/>
  <Override PartName="/ppt/theme/theme12.xml" ContentType="application/vnd.openxmlformats-officedocument.theme+xml"/>
  <Override PartName="/ppt/slides/slide143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6.xml" ContentType="application/vnd.openxmlformats-officedocument.presentationml.slide+xml"/>
  <Override PartName="/ppt/slides/slide2.xml" ContentType="application/vnd.openxmlformats-officedocument.presentationml.slide+xml"/>
  <Override PartName="/ppt/slides/slide117.xml" ContentType="application/vnd.openxmlformats-officedocument.presentationml.slide+xml"/>
  <Override PartName="/docProps/core.xml" ContentType="application/vnd.openxmlformats-package.core-properties+xml"/>
  <Override PartName="/ppt/slides/slide61.xml" ContentType="application/vnd.openxmlformats-officedocument.presentationml.slide+xml"/>
  <Override PartName="/ppt/slides/slide13.xml" ContentType="application/vnd.openxmlformats-officedocument.presentationml.slide+xml"/>
  <Override PartName="/ppt/theme/theme6.xml" ContentType="application/vnd.openxmlformats-officedocument.theme+xml"/>
  <Override PartName="/ppt/notesSlides/notesSlide89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slides/slide139.xml" ContentType="application/vnd.openxmlformats-officedocument.presentationml.slide+xml"/>
  <Override PartName="/ppt/slides/slide3.xml" ContentType="application/vnd.openxmlformats-officedocument.presentationml.slide+xml"/>
  <Override PartName="/ppt/notesSlides/notesSlide90.xml" ContentType="application/vnd.openxmlformats-officedocument.presentationml.notesSlide+xml"/>
  <Override PartName="/ppt/slideMasters/slideMaster7.xml" ContentType="application/vnd.openxmlformats-officedocument.presentationml.slideMaster+xml"/>
  <Override PartName="/ppt/notesSlides/notesSlide101.xml" ContentType="application/vnd.openxmlformats-officedocument.presentationml.notesSlide+xml"/>
  <Override PartName="/ppt/slideMasters/slideMaster10.xml" ContentType="application/vnd.openxmlformats-officedocument.presentationml.slideMaster+xml"/>
  <Override PartName="/ppt/theme/theme9.xml" ContentType="application/vnd.openxmlformats-officedocument.theme+xml"/>
  <Override PartName="/ppt/notesSlides/notesSlide115.xml" ContentType="application/vnd.openxmlformats-officedocument.presentationml.notesSlide+xml"/>
  <Override PartName="/ppt/slides/slide39.xml" ContentType="application/vnd.openxmlformats-officedocument.presentationml.slide+xml"/>
  <Override PartName="/ppt/theme/theme3.xml" ContentType="application/vnd.openxmlformats-officedocument.theme+xml"/>
  <Override PartName="/ppt/theme/theme4.xml" ContentType="application/vnd.openxmlformats-officedocument.theme+xml"/>
  <Override PartName="/docProps/custom.xml" ContentType="application/vnd.openxmlformats-officedocument.custom-properties+xml"/>
  <Override PartName="/ppt/slideMasters/slideMaster3.xml" ContentType="application/vnd.openxmlformats-officedocument.presentationml.slideMaster+xml"/>
  <Override PartName="/ppt/slides/slide121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142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5.xml" ContentType="application/vnd.openxmlformats-officedocument.presentationml.slideMaster+xml"/>
  <Override PartName="/ppt/notesSlides/notesSlide99.xml" ContentType="application/vnd.openxmlformats-officedocument.presentationml.notesSlide+xml"/>
  <Override PartName="/ppt/slides/slide82.xml" ContentType="application/vnd.openxmlformats-officedocument.presentationml.slide+xml"/>
  <Override PartName="/ppt/slides/slide20.xml" ContentType="application/vnd.openxmlformats-officedocument.presentationml.slide+xml"/>
  <Override PartName="/ppt/slideLayouts/slideLayout9.xml" ContentType="application/vnd.openxmlformats-officedocument.presentationml.slideLayout+xml"/>
  <Override PartName="/ppt/slideMasters/slideMaster4.xml" ContentType="application/vnd.openxmlformats-officedocument.presentationml.slideMaster+xml"/>
  <Override PartName="/ppt/notesSlides/notesSlide146.xml" ContentType="application/vnd.openxmlformats-officedocument.presentationml.notesSlide+xml"/>
  <Override PartName="/ppt/slides/slide119.xml" ContentType="application/vnd.openxmlformats-officedocument.presentationml.slide+xml"/>
  <Override PartName="/ppt/slideMasters/slideMaster9.xml" ContentType="application/vnd.openxmlformats-officedocument.presentationml.slideMaster+xml"/>
  <Override PartName="/ppt/notesSlides/notesSlide104.xml" ContentType="application/vnd.openxmlformats-officedocument.presentationml.notesSlide+xml"/>
  <Override PartName="/ppt/slides/slide140.xml" ContentType="application/vnd.openxmlformats-officedocument.presentationml.sl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30.xml" ContentType="application/vnd.openxmlformats-officedocument.presentationml.slide+xml"/>
  <Override PartName="/ppt/slideMasters/slideMaster1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s/slide66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65.xml" ContentType="application/vnd.openxmlformats-officedocument.presentationml.slide+xml"/>
  <Override PartName="/ppt/slides/slide32.xml" ContentType="application/vnd.openxmlformats-officedocument.presentationml.slide+xml"/>
  <Override PartName="/ppt/slides/slide73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88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134.xml" ContentType="application/vnd.openxmlformats-officedocument.presentationml.slide+xml"/>
  <Override PartName="/ppt/slides/slide147.xml" ContentType="application/vnd.openxmlformats-officedocument.presentationml.slide+xml"/>
  <Override PartName="/ppt/slideMasters/slideMaster6.xml" ContentType="application/vnd.openxmlformats-officedocument.presentationml.slideMaster+xml"/>
  <Override PartName="/ppt/notesSlides/notesSlide71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6.xml" ContentType="application/vnd.openxmlformats-officedocument.presentationml.slide+xml"/>
  <Override PartName="/ppt/notesSlides/notesSlide126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Slides/notesSlide103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90.xml" ContentType="application/vnd.openxmlformats-officedocument.presentationml.slide+xml"/>
  <Override PartName="/ppt/slides/slide64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4.xml" ContentType="application/vnd.openxmlformats-officedocument.presentationml.slide+xml"/>
  <Override PartName="/ppt/slides/slide125.xml" ContentType="application/vnd.openxmlformats-officedocument.presentationml.slide+xml"/>
  <Override PartName="/ppt/slides/slide75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79.xml" ContentType="application/vnd.openxmlformats-officedocument.presentationml.slide+xml"/>
  <Override PartName="/ppt/slides/slide122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3.xml" ContentType="application/vnd.openxmlformats-officedocument.presentationml.slide+xml"/>
  <Override PartName="/ppt/theme/theme10.xml" ContentType="application/vnd.openxmlformats-officedocument.theme+xml"/>
  <Override PartName="/ppt/slides/slide84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93.xml" ContentType="application/vnd.openxmlformats-officedocument.presentationml.slide+xml"/>
  <Override PartName="/ppt/notesSlides/notesSlide139.xml" ContentType="application/vnd.openxmlformats-officedocument.presentationml.notesSlide+xml"/>
  <Override PartName="/ppt/notesSlides/notesSlide58.xml" ContentType="application/vnd.openxmlformats-officedocument.presentationml.notesSlide+xml"/>
  <Override PartName="/ppt/slides/slide43.xml" ContentType="application/vnd.openxmlformats-officedocument.presentationml.slide+xml"/>
  <Override PartName="/ppt/slides/slide94.xml" ContentType="application/vnd.openxmlformats-officedocument.presentationml.slide+xml"/>
  <Override PartName="/ppt/slides/slide1.xml" ContentType="application/vnd.openxmlformats-officedocument.presentationml.slide+xml"/>
  <Override PartName="/ppt/slides/slide128.xml" ContentType="application/vnd.openxmlformats-officedocument.presentationml.slide+xml"/>
  <Override PartName="/ppt/slides/slide95.xml" ContentType="application/vnd.openxmlformats-officedocument.presentationml.slide+xml"/>
  <Override PartName="/ppt/slides/slide19.xml" ContentType="application/vnd.openxmlformats-officedocument.presentationml.slide+xml"/>
  <Override PartName="/ppt/slides/slide70.xml" ContentType="application/vnd.openxmlformats-officedocument.presentationml.slide+xml"/>
  <Override PartName="/ppt/slides/slide13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8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01.xml" ContentType="application/vnd.openxmlformats-officedocument.presentationml.slide+xml"/>
  <Override PartName="/ppt/slides/slide127.xml" ContentType="application/vnd.openxmlformats-officedocument.presentationml.slide+xml"/>
  <Override PartName="/ppt/slides/slide102.xml" ContentType="application/vnd.openxmlformats-officedocument.presentationml.slide+xml"/>
  <Override PartName="/ppt/slides/slide49.xml" ContentType="application/vnd.openxmlformats-officedocument.presentationml.slide+xml"/>
  <Override PartName="/ppt/slides/slide105.xml" ContentType="application/vnd.openxmlformats-officedocument.presentationml.slide+xml"/>
  <Override PartName="/ppt/notesSlides/notesSlide68.xml" ContentType="application/vnd.openxmlformats-officedocument.presentationml.notesSlide+xml"/>
  <Override PartName="/ppt/notesSlides/notesSlide52.xml" ContentType="application/vnd.openxmlformats-officedocument.presentationml.notesSlide+xml"/>
  <Override PartName="/ppt/slides/slide141.xml" ContentType="application/vnd.openxmlformats-officedocument.presentationml.slide+xml"/>
  <Override PartName="/ppt/slides/slide106.xml" ContentType="application/vnd.openxmlformats-officedocument.presentationml.slide+xml"/>
  <Override PartName="/ppt/slides/slide91.xml" ContentType="application/vnd.openxmlformats-officedocument.presentationml.slide+xml"/>
  <Override PartName="/ppt/slides/slide13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71.xml" ContentType="application/vnd.openxmlformats-officedocument.presentationml.slide+xml"/>
  <Override PartName="/ppt/slides/slide113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59.xml" ContentType="application/vnd.openxmlformats-officedocument.presentationml.slide+xml"/>
  <Override PartName="/ppt/slides/slide120.xml" ContentType="application/vnd.openxmlformats-officedocument.presentationml.slide+xml"/>
  <Override PartName="/ppt/slides/slide116.xml" ContentType="application/vnd.openxmlformats-officedocument.presentationml.slide+xml"/>
  <Override PartName="/ppt/slides/slide42.xml" ContentType="application/vnd.openxmlformats-officedocument.presentationml.slide+xml"/>
  <Override PartName="/ppt/slides/slide118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30.xml" ContentType="application/vnd.openxmlformats-officedocument.presentationml.slide+xml"/>
  <Override PartName="/ppt/slides/slide126.xml" ContentType="application/vnd.openxmlformats-officedocument.presentationml.slide+xml"/>
  <Override PartName="/ppt/slides/slide56.xml" ContentType="application/vnd.openxmlformats-officedocument.presentationml.slide+xml"/>
  <Override PartName="/ppt/slides/slide131.xml" ContentType="application/vnd.openxmlformats-officedocument.presentationml.slide+xml"/>
  <Override PartName="/ppt/slides/slide107.xml" ContentType="application/vnd.openxmlformats-officedocument.presentationml.slide+xml"/>
  <Override PartName="/ppt/slides/slide133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42.xml" ContentType="application/vnd.openxmlformats-officedocument.presentationml.slide+xml"/>
  <Override PartName="/ppt/slides/slide47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111.xml" ContentType="application/vnd.openxmlformats-officedocument.presentationml.slide+xml"/>
  <Override PartName="/ppt/slides/slide92.xml" ContentType="application/vnd.openxmlformats-officedocument.presentationml.slide+xml"/>
  <Override PartName="/ppt/notesSlides/notesSlide7.xml" ContentType="application/vnd.openxmlformats-officedocument.presentationml.notesSlide+xml"/>
  <Override PartName="/ppt/notesSlides/notesSlide88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notesMasterIdLst>
    <p:notesMasterId r:id="rId171"/>
  </p:notesMasterIdLst>
  <p:sldIdLst>
    <p:sldId id="256" r:id="rId24"/>
    <p:sldId id="257" r:id="rId25"/>
    <p:sldId id="258" r:id="rId26"/>
    <p:sldId id="259" r:id="rId27"/>
    <p:sldId id="260" r:id="rId28"/>
    <p:sldId id="261" r:id="rId29"/>
    <p:sldId id="262" r:id="rId30"/>
    <p:sldId id="263" r:id="rId31"/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  <p:sldId id="288" r:id="rId56"/>
    <p:sldId id="289" r:id="rId57"/>
    <p:sldId id="290" r:id="rId58"/>
    <p:sldId id="291" r:id="rId59"/>
    <p:sldId id="292" r:id="rId60"/>
    <p:sldId id="293" r:id="rId61"/>
    <p:sldId id="294" r:id="rId62"/>
    <p:sldId id="295" r:id="rId63"/>
    <p:sldId id="296" r:id="rId64"/>
    <p:sldId id="297" r:id="rId65"/>
    <p:sldId id="298" r:id="rId66"/>
    <p:sldId id="299" r:id="rId67"/>
    <p:sldId id="300" r:id="rId68"/>
    <p:sldId id="301" r:id="rId69"/>
    <p:sldId id="302" r:id="rId70"/>
    <p:sldId id="303" r:id="rId71"/>
    <p:sldId id="304" r:id="rId72"/>
    <p:sldId id="305" r:id="rId73"/>
    <p:sldId id="306" r:id="rId74"/>
    <p:sldId id="307" r:id="rId75"/>
    <p:sldId id="308" r:id="rId76"/>
    <p:sldId id="309" r:id="rId77"/>
    <p:sldId id="310" r:id="rId78"/>
    <p:sldId id="311" r:id="rId79"/>
    <p:sldId id="312" r:id="rId80"/>
    <p:sldId id="313" r:id="rId81"/>
    <p:sldId id="314" r:id="rId82"/>
    <p:sldId id="315" r:id="rId83"/>
    <p:sldId id="316" r:id="rId84"/>
    <p:sldId id="317" r:id="rId85"/>
    <p:sldId id="318" r:id="rId86"/>
    <p:sldId id="319" r:id="rId87"/>
    <p:sldId id="320" r:id="rId88"/>
    <p:sldId id="321" r:id="rId89"/>
    <p:sldId id="322" r:id="rId90"/>
    <p:sldId id="323" r:id="rId91"/>
    <p:sldId id="324" r:id="rId92"/>
    <p:sldId id="325" r:id="rId93"/>
    <p:sldId id="326" r:id="rId94"/>
    <p:sldId id="327" r:id="rId95"/>
    <p:sldId id="328" r:id="rId96"/>
    <p:sldId id="329" r:id="rId97"/>
    <p:sldId id="330" r:id="rId98"/>
    <p:sldId id="331" r:id="rId99"/>
    <p:sldId id="332" r:id="rId100"/>
    <p:sldId id="333" r:id="rId101"/>
    <p:sldId id="334" r:id="rId102"/>
    <p:sldId id="335" r:id="rId103"/>
    <p:sldId id="336" r:id="rId104"/>
    <p:sldId id="337" r:id="rId105"/>
    <p:sldId id="338" r:id="rId106"/>
    <p:sldId id="339" r:id="rId107"/>
    <p:sldId id="340" r:id="rId108"/>
    <p:sldId id="341" r:id="rId109"/>
    <p:sldId id="342" r:id="rId110"/>
    <p:sldId id="343" r:id="rId111"/>
    <p:sldId id="344" r:id="rId112"/>
    <p:sldId id="345" r:id="rId113"/>
    <p:sldId id="346" r:id="rId114"/>
    <p:sldId id="347" r:id="rId115"/>
    <p:sldId id="348" r:id="rId116"/>
    <p:sldId id="349" r:id="rId117"/>
    <p:sldId id="350" r:id="rId118"/>
    <p:sldId id="351" r:id="rId119"/>
    <p:sldId id="352" r:id="rId120"/>
    <p:sldId id="353" r:id="rId121"/>
    <p:sldId id="354" r:id="rId122"/>
    <p:sldId id="355" r:id="rId123"/>
    <p:sldId id="356" r:id="rId124"/>
    <p:sldId id="357" r:id="rId125"/>
    <p:sldId id="358" r:id="rId126"/>
    <p:sldId id="359" r:id="rId127"/>
    <p:sldId id="360" r:id="rId128"/>
    <p:sldId id="361" r:id="rId129"/>
    <p:sldId id="362" r:id="rId130"/>
    <p:sldId id="363" r:id="rId131"/>
    <p:sldId id="364" r:id="rId132"/>
    <p:sldId id="365" r:id="rId133"/>
    <p:sldId id="366" r:id="rId134"/>
    <p:sldId id="367" r:id="rId135"/>
    <p:sldId id="368" r:id="rId136"/>
    <p:sldId id="369" r:id="rId137"/>
    <p:sldId id="370" r:id="rId138"/>
    <p:sldId id="371" r:id="rId139"/>
    <p:sldId id="372" r:id="rId140"/>
    <p:sldId id="373" r:id="rId141"/>
    <p:sldId id="374" r:id="rId142"/>
    <p:sldId id="375" r:id="rId143"/>
    <p:sldId id="376" r:id="rId144"/>
    <p:sldId id="377" r:id="rId145"/>
    <p:sldId id="378" r:id="rId146"/>
    <p:sldId id="379" r:id="rId147"/>
    <p:sldId id="380" r:id="rId148"/>
    <p:sldId id="381" r:id="rId149"/>
    <p:sldId id="382" r:id="rId150"/>
    <p:sldId id="383" r:id="rId151"/>
    <p:sldId id="384" r:id="rId152"/>
    <p:sldId id="385" r:id="rId153"/>
    <p:sldId id="386" r:id="rId154"/>
    <p:sldId id="387" r:id="rId155"/>
    <p:sldId id="388" r:id="rId156"/>
    <p:sldId id="389" r:id="rId157"/>
    <p:sldId id="390" r:id="rId158"/>
    <p:sldId id="391" r:id="rId159"/>
    <p:sldId id="392" r:id="rId160"/>
    <p:sldId id="393" r:id="rId161"/>
    <p:sldId id="394" r:id="rId162"/>
    <p:sldId id="395" r:id="rId163"/>
    <p:sldId id="396" r:id="rId164"/>
    <p:sldId id="397" r:id="rId165"/>
    <p:sldId id="398" r:id="rId166"/>
    <p:sldId id="399" r:id="rId167"/>
    <p:sldId id="400" r:id="rId168"/>
    <p:sldId id="401" r:id="rId169"/>
    <p:sldId id="402" r:id="rId17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0" d="6"/>
          <a:sy n="0" d="2"/>
        </p:scale>
        <p:origin x="517155472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theme" Target="theme/theme1.xml"/><Relationship Id="rId13" Type="http://schemas.openxmlformats.org/officeDocument/2006/relationships/theme" Target="theme/theme2.xml"/><Relationship Id="rId14" Type="http://schemas.openxmlformats.org/officeDocument/2006/relationships/theme" Target="theme/theme3.xml"/><Relationship Id="rId15" Type="http://schemas.openxmlformats.org/officeDocument/2006/relationships/theme" Target="theme/theme4.xml"/><Relationship Id="rId16" Type="http://schemas.openxmlformats.org/officeDocument/2006/relationships/theme" Target="theme/theme5.xml"/><Relationship Id="rId17" Type="http://schemas.openxmlformats.org/officeDocument/2006/relationships/theme" Target="theme/theme6.xml"/><Relationship Id="rId18" Type="http://schemas.openxmlformats.org/officeDocument/2006/relationships/theme" Target="theme/theme7.xml"/><Relationship Id="rId19" Type="http://schemas.openxmlformats.org/officeDocument/2006/relationships/theme" Target="theme/theme8.xml"/><Relationship Id="rId20" Type="http://schemas.openxmlformats.org/officeDocument/2006/relationships/theme" Target="theme/theme9.xml"/><Relationship Id="rId21" Type="http://schemas.openxmlformats.org/officeDocument/2006/relationships/theme" Target="theme/theme10.xml"/><Relationship Id="rId22" Type="http://schemas.openxmlformats.org/officeDocument/2006/relationships/theme" Target="theme/theme11.xml"/><Relationship Id="rId23" Type="http://schemas.openxmlformats.org/officeDocument/2006/relationships/theme" Target="theme/theme12.xml"/><Relationship Id="rId24" Type="http://schemas.openxmlformats.org/officeDocument/2006/relationships/slide" Target="slides/slide1.xml"/><Relationship Id="rId25" Type="http://schemas.openxmlformats.org/officeDocument/2006/relationships/slide" Target="slides/slide2.xml"/><Relationship Id="rId26" Type="http://schemas.openxmlformats.org/officeDocument/2006/relationships/slide" Target="slides/slide3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Relationship Id="rId36" Type="http://schemas.openxmlformats.org/officeDocument/2006/relationships/slide" Target="slides/slide13.xml"/><Relationship Id="rId37" Type="http://schemas.openxmlformats.org/officeDocument/2006/relationships/slide" Target="slides/slide14.xml"/><Relationship Id="rId38" Type="http://schemas.openxmlformats.org/officeDocument/2006/relationships/slide" Target="slides/slide15.xml"/><Relationship Id="rId39" Type="http://schemas.openxmlformats.org/officeDocument/2006/relationships/slide" Target="slides/slide16.xml"/><Relationship Id="rId40" Type="http://schemas.openxmlformats.org/officeDocument/2006/relationships/slide" Target="slides/slide17.xml"/><Relationship Id="rId41" Type="http://schemas.openxmlformats.org/officeDocument/2006/relationships/slide" Target="slides/slide18.xml"/><Relationship Id="rId42" Type="http://schemas.openxmlformats.org/officeDocument/2006/relationships/slide" Target="slides/slide19.xml"/><Relationship Id="rId43" Type="http://schemas.openxmlformats.org/officeDocument/2006/relationships/slide" Target="slides/slide20.xml"/><Relationship Id="rId44" Type="http://schemas.openxmlformats.org/officeDocument/2006/relationships/slide" Target="slides/slide21.xml"/><Relationship Id="rId45" Type="http://schemas.openxmlformats.org/officeDocument/2006/relationships/slide" Target="slides/slide22.xml"/><Relationship Id="rId46" Type="http://schemas.openxmlformats.org/officeDocument/2006/relationships/slide" Target="slides/slide23.xml"/><Relationship Id="rId47" Type="http://schemas.openxmlformats.org/officeDocument/2006/relationships/slide" Target="slides/slide24.xml"/><Relationship Id="rId48" Type="http://schemas.openxmlformats.org/officeDocument/2006/relationships/slide" Target="slides/slide25.xml"/><Relationship Id="rId49" Type="http://schemas.openxmlformats.org/officeDocument/2006/relationships/slide" Target="slides/slide26.xml"/><Relationship Id="rId50" Type="http://schemas.openxmlformats.org/officeDocument/2006/relationships/slide" Target="slides/slide27.xml"/><Relationship Id="rId51" Type="http://schemas.openxmlformats.org/officeDocument/2006/relationships/slide" Target="slides/slide28.xml"/><Relationship Id="rId52" Type="http://schemas.openxmlformats.org/officeDocument/2006/relationships/slide" Target="slides/slide29.xml"/><Relationship Id="rId53" Type="http://schemas.openxmlformats.org/officeDocument/2006/relationships/slide" Target="slides/slide30.xml"/><Relationship Id="rId54" Type="http://schemas.openxmlformats.org/officeDocument/2006/relationships/slide" Target="slides/slide31.xml"/><Relationship Id="rId55" Type="http://schemas.openxmlformats.org/officeDocument/2006/relationships/slide" Target="slides/slide32.xml"/><Relationship Id="rId56" Type="http://schemas.openxmlformats.org/officeDocument/2006/relationships/slide" Target="slides/slide33.xml"/><Relationship Id="rId57" Type="http://schemas.openxmlformats.org/officeDocument/2006/relationships/slide" Target="slides/slide34.xml"/><Relationship Id="rId58" Type="http://schemas.openxmlformats.org/officeDocument/2006/relationships/slide" Target="slides/slide35.xml"/><Relationship Id="rId59" Type="http://schemas.openxmlformats.org/officeDocument/2006/relationships/slide" Target="slides/slide36.xml"/><Relationship Id="rId60" Type="http://schemas.openxmlformats.org/officeDocument/2006/relationships/slide" Target="slides/slide37.xml"/><Relationship Id="rId61" Type="http://schemas.openxmlformats.org/officeDocument/2006/relationships/slide" Target="slides/slide38.xml"/><Relationship Id="rId62" Type="http://schemas.openxmlformats.org/officeDocument/2006/relationships/slide" Target="slides/slide39.xml"/><Relationship Id="rId63" Type="http://schemas.openxmlformats.org/officeDocument/2006/relationships/slide" Target="slides/slide40.xml"/><Relationship Id="rId64" Type="http://schemas.openxmlformats.org/officeDocument/2006/relationships/slide" Target="slides/slide41.xml"/><Relationship Id="rId65" Type="http://schemas.openxmlformats.org/officeDocument/2006/relationships/slide" Target="slides/slide42.xml"/><Relationship Id="rId66" Type="http://schemas.openxmlformats.org/officeDocument/2006/relationships/slide" Target="slides/slide43.xml"/><Relationship Id="rId67" Type="http://schemas.openxmlformats.org/officeDocument/2006/relationships/slide" Target="slides/slide44.xml"/><Relationship Id="rId68" Type="http://schemas.openxmlformats.org/officeDocument/2006/relationships/slide" Target="slides/slide45.xml"/><Relationship Id="rId69" Type="http://schemas.openxmlformats.org/officeDocument/2006/relationships/slide" Target="slides/slide46.xml"/><Relationship Id="rId70" Type="http://schemas.openxmlformats.org/officeDocument/2006/relationships/slide" Target="slides/slide47.xml"/><Relationship Id="rId71" Type="http://schemas.openxmlformats.org/officeDocument/2006/relationships/slide" Target="slides/slide48.xml"/><Relationship Id="rId72" Type="http://schemas.openxmlformats.org/officeDocument/2006/relationships/slide" Target="slides/slide49.xml"/><Relationship Id="rId73" Type="http://schemas.openxmlformats.org/officeDocument/2006/relationships/slide" Target="slides/slide50.xml"/><Relationship Id="rId74" Type="http://schemas.openxmlformats.org/officeDocument/2006/relationships/slide" Target="slides/slide51.xml"/><Relationship Id="rId75" Type="http://schemas.openxmlformats.org/officeDocument/2006/relationships/slide" Target="slides/slide52.xml"/><Relationship Id="rId76" Type="http://schemas.openxmlformats.org/officeDocument/2006/relationships/slide" Target="slides/slide53.xml"/><Relationship Id="rId77" Type="http://schemas.openxmlformats.org/officeDocument/2006/relationships/slide" Target="slides/slide54.xml"/><Relationship Id="rId78" Type="http://schemas.openxmlformats.org/officeDocument/2006/relationships/slide" Target="slides/slide55.xml"/><Relationship Id="rId79" Type="http://schemas.openxmlformats.org/officeDocument/2006/relationships/slide" Target="slides/slide56.xml"/><Relationship Id="rId80" Type="http://schemas.openxmlformats.org/officeDocument/2006/relationships/slide" Target="slides/slide57.xml"/><Relationship Id="rId81" Type="http://schemas.openxmlformats.org/officeDocument/2006/relationships/slide" Target="slides/slide58.xml"/><Relationship Id="rId82" Type="http://schemas.openxmlformats.org/officeDocument/2006/relationships/slide" Target="slides/slide59.xml"/><Relationship Id="rId83" Type="http://schemas.openxmlformats.org/officeDocument/2006/relationships/slide" Target="slides/slide60.xml"/><Relationship Id="rId84" Type="http://schemas.openxmlformats.org/officeDocument/2006/relationships/slide" Target="slides/slide61.xml"/><Relationship Id="rId85" Type="http://schemas.openxmlformats.org/officeDocument/2006/relationships/slide" Target="slides/slide62.xml"/><Relationship Id="rId86" Type="http://schemas.openxmlformats.org/officeDocument/2006/relationships/slide" Target="slides/slide63.xml"/><Relationship Id="rId87" Type="http://schemas.openxmlformats.org/officeDocument/2006/relationships/slide" Target="slides/slide64.xml"/><Relationship Id="rId88" Type="http://schemas.openxmlformats.org/officeDocument/2006/relationships/slide" Target="slides/slide65.xml"/><Relationship Id="rId89" Type="http://schemas.openxmlformats.org/officeDocument/2006/relationships/slide" Target="slides/slide66.xml"/><Relationship Id="rId90" Type="http://schemas.openxmlformats.org/officeDocument/2006/relationships/slide" Target="slides/slide67.xml"/><Relationship Id="rId91" Type="http://schemas.openxmlformats.org/officeDocument/2006/relationships/slide" Target="slides/slide68.xml"/><Relationship Id="rId92" Type="http://schemas.openxmlformats.org/officeDocument/2006/relationships/slide" Target="slides/slide69.xml"/><Relationship Id="rId93" Type="http://schemas.openxmlformats.org/officeDocument/2006/relationships/slide" Target="slides/slide70.xml"/><Relationship Id="rId94" Type="http://schemas.openxmlformats.org/officeDocument/2006/relationships/slide" Target="slides/slide71.xml"/><Relationship Id="rId95" Type="http://schemas.openxmlformats.org/officeDocument/2006/relationships/slide" Target="slides/slide72.xml"/><Relationship Id="rId96" Type="http://schemas.openxmlformats.org/officeDocument/2006/relationships/slide" Target="slides/slide73.xml"/><Relationship Id="rId97" Type="http://schemas.openxmlformats.org/officeDocument/2006/relationships/slide" Target="slides/slide74.xml"/><Relationship Id="rId98" Type="http://schemas.openxmlformats.org/officeDocument/2006/relationships/slide" Target="slides/slide75.xml"/><Relationship Id="rId99" Type="http://schemas.openxmlformats.org/officeDocument/2006/relationships/slide" Target="slides/slide76.xml"/><Relationship Id="rId100" Type="http://schemas.openxmlformats.org/officeDocument/2006/relationships/slide" Target="slides/slide77.xml"/><Relationship Id="rId101" Type="http://schemas.openxmlformats.org/officeDocument/2006/relationships/slide" Target="slides/slide78.xml"/><Relationship Id="rId102" Type="http://schemas.openxmlformats.org/officeDocument/2006/relationships/slide" Target="slides/slide79.xml"/><Relationship Id="rId103" Type="http://schemas.openxmlformats.org/officeDocument/2006/relationships/slide" Target="slides/slide80.xml"/><Relationship Id="rId104" Type="http://schemas.openxmlformats.org/officeDocument/2006/relationships/slide" Target="slides/slide81.xml"/><Relationship Id="rId105" Type="http://schemas.openxmlformats.org/officeDocument/2006/relationships/slide" Target="slides/slide82.xml"/><Relationship Id="rId106" Type="http://schemas.openxmlformats.org/officeDocument/2006/relationships/slide" Target="slides/slide83.xml"/><Relationship Id="rId107" Type="http://schemas.openxmlformats.org/officeDocument/2006/relationships/slide" Target="slides/slide84.xml"/><Relationship Id="rId108" Type="http://schemas.openxmlformats.org/officeDocument/2006/relationships/slide" Target="slides/slide85.xml"/><Relationship Id="rId109" Type="http://schemas.openxmlformats.org/officeDocument/2006/relationships/slide" Target="slides/slide86.xml"/><Relationship Id="rId110" Type="http://schemas.openxmlformats.org/officeDocument/2006/relationships/slide" Target="slides/slide87.xml"/><Relationship Id="rId111" Type="http://schemas.openxmlformats.org/officeDocument/2006/relationships/slide" Target="slides/slide88.xml"/><Relationship Id="rId112" Type="http://schemas.openxmlformats.org/officeDocument/2006/relationships/slide" Target="slides/slide89.xml"/><Relationship Id="rId113" Type="http://schemas.openxmlformats.org/officeDocument/2006/relationships/slide" Target="slides/slide90.xml"/><Relationship Id="rId114" Type="http://schemas.openxmlformats.org/officeDocument/2006/relationships/slide" Target="slides/slide91.xml"/><Relationship Id="rId115" Type="http://schemas.openxmlformats.org/officeDocument/2006/relationships/slide" Target="slides/slide92.xml"/><Relationship Id="rId116" Type="http://schemas.openxmlformats.org/officeDocument/2006/relationships/slide" Target="slides/slide93.xml"/><Relationship Id="rId117" Type="http://schemas.openxmlformats.org/officeDocument/2006/relationships/slide" Target="slides/slide94.xml"/><Relationship Id="rId118" Type="http://schemas.openxmlformats.org/officeDocument/2006/relationships/slide" Target="slides/slide95.xml"/><Relationship Id="rId119" Type="http://schemas.openxmlformats.org/officeDocument/2006/relationships/slide" Target="slides/slide96.xml"/><Relationship Id="rId120" Type="http://schemas.openxmlformats.org/officeDocument/2006/relationships/slide" Target="slides/slide97.xml"/><Relationship Id="rId121" Type="http://schemas.openxmlformats.org/officeDocument/2006/relationships/slide" Target="slides/slide98.xml"/><Relationship Id="rId122" Type="http://schemas.openxmlformats.org/officeDocument/2006/relationships/slide" Target="slides/slide99.xml"/><Relationship Id="rId123" Type="http://schemas.openxmlformats.org/officeDocument/2006/relationships/slide" Target="slides/slide100.xml"/><Relationship Id="rId124" Type="http://schemas.openxmlformats.org/officeDocument/2006/relationships/slide" Target="slides/slide101.xml"/><Relationship Id="rId125" Type="http://schemas.openxmlformats.org/officeDocument/2006/relationships/slide" Target="slides/slide102.xml"/><Relationship Id="rId126" Type="http://schemas.openxmlformats.org/officeDocument/2006/relationships/slide" Target="slides/slide103.xml"/><Relationship Id="rId127" Type="http://schemas.openxmlformats.org/officeDocument/2006/relationships/slide" Target="slides/slide104.xml"/><Relationship Id="rId128" Type="http://schemas.openxmlformats.org/officeDocument/2006/relationships/slide" Target="slides/slide105.xml"/><Relationship Id="rId129" Type="http://schemas.openxmlformats.org/officeDocument/2006/relationships/slide" Target="slides/slide106.xml"/><Relationship Id="rId130" Type="http://schemas.openxmlformats.org/officeDocument/2006/relationships/slide" Target="slides/slide107.xml"/><Relationship Id="rId131" Type="http://schemas.openxmlformats.org/officeDocument/2006/relationships/slide" Target="slides/slide108.xml"/><Relationship Id="rId132" Type="http://schemas.openxmlformats.org/officeDocument/2006/relationships/slide" Target="slides/slide109.xml"/><Relationship Id="rId133" Type="http://schemas.openxmlformats.org/officeDocument/2006/relationships/slide" Target="slides/slide110.xml"/><Relationship Id="rId134" Type="http://schemas.openxmlformats.org/officeDocument/2006/relationships/slide" Target="slides/slide111.xml"/><Relationship Id="rId135" Type="http://schemas.openxmlformats.org/officeDocument/2006/relationships/slide" Target="slides/slide112.xml"/><Relationship Id="rId136" Type="http://schemas.openxmlformats.org/officeDocument/2006/relationships/slide" Target="slides/slide113.xml"/><Relationship Id="rId137" Type="http://schemas.openxmlformats.org/officeDocument/2006/relationships/slide" Target="slides/slide114.xml"/><Relationship Id="rId138" Type="http://schemas.openxmlformats.org/officeDocument/2006/relationships/slide" Target="slides/slide115.xml"/><Relationship Id="rId139" Type="http://schemas.openxmlformats.org/officeDocument/2006/relationships/slide" Target="slides/slide116.xml"/><Relationship Id="rId140" Type="http://schemas.openxmlformats.org/officeDocument/2006/relationships/slide" Target="slides/slide117.xml"/><Relationship Id="rId141" Type="http://schemas.openxmlformats.org/officeDocument/2006/relationships/slide" Target="slides/slide118.xml"/><Relationship Id="rId142" Type="http://schemas.openxmlformats.org/officeDocument/2006/relationships/slide" Target="slides/slide119.xml"/><Relationship Id="rId143" Type="http://schemas.openxmlformats.org/officeDocument/2006/relationships/slide" Target="slides/slide120.xml"/><Relationship Id="rId144" Type="http://schemas.openxmlformats.org/officeDocument/2006/relationships/slide" Target="slides/slide121.xml"/><Relationship Id="rId145" Type="http://schemas.openxmlformats.org/officeDocument/2006/relationships/slide" Target="slides/slide122.xml"/><Relationship Id="rId146" Type="http://schemas.openxmlformats.org/officeDocument/2006/relationships/slide" Target="slides/slide123.xml"/><Relationship Id="rId147" Type="http://schemas.openxmlformats.org/officeDocument/2006/relationships/slide" Target="slides/slide124.xml"/><Relationship Id="rId148" Type="http://schemas.openxmlformats.org/officeDocument/2006/relationships/slide" Target="slides/slide125.xml"/><Relationship Id="rId149" Type="http://schemas.openxmlformats.org/officeDocument/2006/relationships/slide" Target="slides/slide126.xml"/><Relationship Id="rId150" Type="http://schemas.openxmlformats.org/officeDocument/2006/relationships/slide" Target="slides/slide127.xml"/><Relationship Id="rId151" Type="http://schemas.openxmlformats.org/officeDocument/2006/relationships/slide" Target="slides/slide128.xml"/><Relationship Id="rId152" Type="http://schemas.openxmlformats.org/officeDocument/2006/relationships/slide" Target="slides/slide129.xml"/><Relationship Id="rId153" Type="http://schemas.openxmlformats.org/officeDocument/2006/relationships/slide" Target="slides/slide130.xml"/><Relationship Id="rId154" Type="http://schemas.openxmlformats.org/officeDocument/2006/relationships/slide" Target="slides/slide131.xml"/><Relationship Id="rId155" Type="http://schemas.openxmlformats.org/officeDocument/2006/relationships/slide" Target="slides/slide132.xml"/><Relationship Id="rId156" Type="http://schemas.openxmlformats.org/officeDocument/2006/relationships/slide" Target="slides/slide133.xml"/><Relationship Id="rId157" Type="http://schemas.openxmlformats.org/officeDocument/2006/relationships/slide" Target="slides/slide134.xml"/><Relationship Id="rId158" Type="http://schemas.openxmlformats.org/officeDocument/2006/relationships/slide" Target="slides/slide135.xml"/><Relationship Id="rId159" Type="http://schemas.openxmlformats.org/officeDocument/2006/relationships/slide" Target="slides/slide136.xml"/><Relationship Id="rId160" Type="http://schemas.openxmlformats.org/officeDocument/2006/relationships/slide" Target="slides/slide137.xml"/><Relationship Id="rId161" Type="http://schemas.openxmlformats.org/officeDocument/2006/relationships/slide" Target="slides/slide138.xml"/><Relationship Id="rId162" Type="http://schemas.openxmlformats.org/officeDocument/2006/relationships/slide" Target="slides/slide139.xml"/><Relationship Id="rId163" Type="http://schemas.openxmlformats.org/officeDocument/2006/relationships/slide" Target="slides/slide140.xml"/><Relationship Id="rId164" Type="http://schemas.openxmlformats.org/officeDocument/2006/relationships/slide" Target="slides/slide141.xml"/><Relationship Id="rId165" Type="http://schemas.openxmlformats.org/officeDocument/2006/relationships/slide" Target="slides/slide142.xml"/><Relationship Id="rId166" Type="http://schemas.openxmlformats.org/officeDocument/2006/relationships/slide" Target="slides/slide143.xml"/><Relationship Id="rId167" Type="http://schemas.openxmlformats.org/officeDocument/2006/relationships/slide" Target="slides/slide144.xml"/><Relationship Id="rId168" Type="http://schemas.openxmlformats.org/officeDocument/2006/relationships/slide" Target="slides/slide145.xml"/><Relationship Id="rId169" Type="http://schemas.openxmlformats.org/officeDocument/2006/relationships/slide" Target="slides/slide146.xml"/><Relationship Id="rId170" Type="http://schemas.openxmlformats.org/officeDocument/2006/relationships/slide" Target="slides/slide147.xml"/><Relationship Id="rId171" Type="http://schemas.openxmlformats.org/officeDocument/2006/relationships/notesMaster" Target="notesMasters/notesMaster1.xml"/><Relationship Id="rId172" Type="http://schemas.openxmlformats.org/officeDocument/2006/relationships/presProps" Target="presProps.xml" /><Relationship Id="rId173" Type="http://schemas.openxmlformats.org/officeDocument/2006/relationships/tableStyles" Target="tableStyles.xml" /><Relationship Id="rId17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 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 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 ?>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 ?>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 ?>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 ?>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 ?>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 ?>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 ?>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 ?>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 ?>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 ?>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 ?>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 ?>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 ?>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 ?>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 ?>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 ?>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 ?>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 ?>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 ?>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 ?>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 ?>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 ?>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 ?>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 ?>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 ?>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 ?>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 ?>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 ?>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 ?>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 ?>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 ?>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 ?>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 ?>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 ?>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 ?>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 ?>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 ?>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 ?>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 ?>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 ?>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 ?>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 ?>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 ?>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 ?>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 ?>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 ?>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 ?>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 ?>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 ?>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 ?>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 ?>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C77631-D2C9-B4E7-2FF9-3EA4C04B4B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10F736-3132-9B99-BADE-485C4A47FA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50590C-F83E-80FD-C0BB-2A6BE72404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53996E-D6FB-B299-CF54-5913A55AFE5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A54C66-98BF-111C-48C0-331BEDDFB94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7A6862-7090-C504-33C0-E2B6B95A55C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6A6090-AF72-5D9E-7DCC-14DDB96285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407B5A-6AFB-2322-56E9-C590C956AD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AA196-8748-0DA5-4E70-A0257BED49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0E6D6F-6B1A-7502-F614-E9C306B09E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8CC146-AB7E-5295-487E-D25E5FBBF2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875AB3-B516-9DEB-CC9D-045B26F0E0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64A9EA-5E4D-EE20-6852-2DE6F16D95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4A535-942A-B096-2525-839E2DCE58D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273EF6-E59C-6FD4-F11D-7288BE900F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EF13B3-F759-A380-9F69-890A7D7B3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417A32-80D4-196F-CE18-69BD35DCF0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9CBB9F-18E4-1F09-2190-C388BFB463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D2EEDF-72E4-A7F1-E96D-D4FBB9C454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5E8617-382C-D556-6D12-4CFC1667EF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10B110-2124-CFC8-D62E-D9DD971C13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A832EE-EB29-E654-408C-D18483EA49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D8AD12-AB78-D37C-62CC-331817FAE8F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30D2-E4D0-4153-095B-029C838D3F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14FCEA-5850-BC4B-485A-18254F9A0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E8F05E-624A-F7C3-E9BF-ED81B40BC8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D414F4-03DD-1977-6C13-868B5B18A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02D876-B66F-0E2B-D381-A59F73422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5A553C-3546-D1A9-F93B-019E32F9CFB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57D238-46FA-61C0-9303-C562B3FD4A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90496B-B100-47C1-5133-992D22864C8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4A7542-BC27-C451-71BA-B634BA4B2B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1B7CFB-67B7-3A6A-8B20-22348DAB094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67DC75-09A2-B991-9545-774003838F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49F0ED-D1E7-5C41-C91A-7088D8E43B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8DE166-1BD0-3BB1-5366-9BEC62CB31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9EBC48-19F3-F066-4398-65C367335D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05560C-882C-6589-11A9-46AF14BF96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E276C-D38E-2924-941B-842AA53445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72F73C-B8AC-DEA0-577F-863D536A04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4CDCB7-E97F-21B2-CC8D-74EFC19D18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A161F6-4A20-E7CD-81A5-DBA609C352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64CD22-8EBE-0780-F89D-237DF087C2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7C5985-198D-0BCF-8C7C-3C51529054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ECF1A8-0E5C-4BB5-ECA9-52175270C6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3BE69-7049-C7B9-CBC3-DF764194AF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F63E29-560F-B3D7-BCB6-845C904CE5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1AAD5B-942C-E0CA-F68B-AF2A1875E6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35C197-240D-5705-9BE2-AC49C74F47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AF14C7-085B-53BF-491D-115A0F742F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A807A1-5C78-A2E1-5444-70C67EDD32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E2B74D-856D-414D-4E1C-82C43F5EBB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4C7FD9-F1E7-D0E3-0366-5744518DA3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ABD29F-E501-A3A7-740C-2CE9D5A085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E3DA05-F2B1-DFD2-F6BD-976D9FFC26F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F2EF02-C104-AA6B-C253-BFA2ABA674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5B634B-D7BE-5046-2BF4-FADEF109DEA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C9DCC2-A680-A495-129E-1B8864CE2D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4E7D15-ED30-3222-8E44-BA54F3E724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2757CA-7847-8E79-3B86-D624A6D02C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465109-3C12-30EC-DDCE-EC7470003B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5D2795-24F5-265C-3352-9A938990ECA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3B765A-9F61-E31F-8036-23C3213D0D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2DFFAF-C18F-EB4D-0101-B62FB8FD038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2723F0-224C-6C6D-1843-7E8DD4EF41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E591FE-DD7F-C0DE-29A2-67E52E47DD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4A6E4F-015D-AD6C-8614-AB7CB10CB0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B25B4F-A54E-C13B-B761-CCBF17BAB1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A19A26-3A20-E575-7410-ED43A4AA43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E02D70-CB2E-F894-2067-DCE9DF3C75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5C8B11-B3DE-1DA1-B5CD-D8086DA953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16E21-C2A3-A2A4-393E-3A140A82AD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21ECDE-19E7-1D4B-ABB2-4C48C61A93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5400CE-575E-0033-B45B-21C01CDDC4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C76667-0DEC-34D9-04DB-61A722A9B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28C3FF-D358-8EF1-3A23-6FE6A3A783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BC40DD-EFAC-1837-532A-874258F79E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754267-9389-1B37-A5AD-D8B676CDC3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2E9B1-1F14-1EB1-EAFC-039C1F3E35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4982DC-43C3-0222-88BA-19C280F0E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73C143-39D0-AEDC-34C3-5EE193723B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03D001-1D67-BF26-1CAA-FF43FF60E6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242455-52DE-7577-E135-1A777C821A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B3A141-06A5-2484-B0B6-055DF0BB61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B0A3B8-EA0A-44D7-4ADA-C087E98702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D6CD94-EA3F-85F7-1CD6-DD7E6C281D1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1E85A5-2143-45CA-71E4-AC979C1EBF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7911FF-E955-96C4-1E9E-FAA9DF3870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827095-FD86-22C2-45D1-47CF0626A0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5FC016-24A9-F576-CD39-5D8E651F56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3C01F9-59FF-B0AD-DA09-D286E38B8D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63082-F06B-A6C4-CD6D-83AF7B11077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CCFDD4-1062-8F5C-3A0C-FA8A721989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AF3812-6B17-EAD6-10EA-BCB6ADE11A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5A8FB1-888C-638C-B567-F01C065751F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530B6B-6B7A-6D15-AFF8-8F7367B76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D94B89-5688-BFEF-AA56-435F4B0CD0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0F261E-EA96-624B-F06B-BE06441FEB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06175C-2C1A-D58A-0E2D-DE2E81CE5A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D352D0-7E37-03FE-797C-4E23505D6D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E4EDB6-EEFE-90BF-82E0-687E551D2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D44491-0741-244C-9513-5F65A049DA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0A2FB9-2B62-BA8C-CE30-24067D25651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E4E95F-155F-5419-20E0-5366C42C90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19FA82-21C1-F3D4-4592-ACED51ABE1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DB6AEF-1922-84C5-8D40-199A220DF7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2FA56-0D09-9B2A-D191-C0E0F14F489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80F9DD-1B18-2B2B-31C1-1D3B573BC33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4997F8-B03F-3087-56DA-06B58FD41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C97417-F5C9-E861-78EA-D0DBB34BB4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FCCCDB-A13C-296C-DCAF-B539DD7F4F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7BE4A2-CD6E-CF36-06CB-A84499E1E3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4BC0DA-4114-7F0E-855E-0728233FEB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F46F2-BBC8-40DC-EC59-2E3600AD4B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BB6DEF-16C9-1D27-94EC-8DE7E19654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CD7C53-EB0F-C739-0CDE-12444989E66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EEC099-BB45-F4CA-26D5-EE3D1C1FC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460081-D69F-A784-9155-CEBC3C2946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2F7713-A988-4987-A04B-02C9FA6A29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D92500-9F44-9AE3-22BF-93D09A9566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9A36AA-5A3B-F410-4FA3-561A3D45E7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6D98EB-EC53-F546-A42E-D7D61FB01F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81C0C8-5D60-0D26-25C6-9C3CD8B1F0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1D0792-053E-1A5A-1690-5E5F9474B8F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B0244B-316F-3DD5-28A2-2A680F345E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B71DAA-F285-AAF8-4EBF-9EFDBFE0F2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345001-AB68-F9EC-9E9F-B92C71ED4D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ED5688-FB68-2808-7C8B-99D182E833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4151ED-6B09-1719-9D22-196E19F232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CD84B3-1EE4-11DD-CDCA-1DC20B0A0A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AA9BEB-4A18-D22B-5141-06B1D9846A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296A0B-7311-1AD8-55EF-B3ADEFAA4A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4CE2AC-87CF-06EA-3EFE-A547DB78CF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4A57A9-D399-B066-1665-93A24A4134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7810F5-7E01-B425-85D7-BFF6C0813A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AF0E3F-EEEE-5296-1D62-04849ED5297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18FE98-3C6A-DB9B-BC51-543C3AAE83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4B6EA9-5F93-7988-4177-A2DBB2524A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7841FB-7A28-9E42-1EEA-790E1DEBCF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8A6560-9E34-880F-9F84-323E39E6B4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E458AF-A4A6-5D44-5BFA-AB292BD5F5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36E63A-DB2A-F5F4-3402-2F0B30A95F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62B1FB-E56B-C494-6D2F-CDF81C2BF54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C9AE71-04BC-3EED-C2A4-3860163F3C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5155A6-AFE6-E779-21B5-D28CB0AC63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07F0D4-A225-DD74-BF87-8A732BA11B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D39FAD-1AEC-FDC9-9A34-E6FA17CCD9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84989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2247966" name="PlaceHolder 2"/>
          <p:cNvSpPr>
            <a:spLocks noGrp="1"/>
          </p:cNvSpPr>
          <p:nvPr>
            <p:ph type="subTitle"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030975" name="PlaceHolder 3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377429348" name="PlaceHolder 4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37C63E87-3088-44F3-9E38-C2D5740C1F15}" type="slidenum">
              <a:rPr/>
              <a:t>&lt;#&gt;</a:t>
            </a:fld>
            <a:endParaRPr/>
          </a:p>
        </p:txBody>
      </p:sp>
      <p:sp>
        <p:nvSpPr>
          <p:cNvPr id="1524717578" name="PlaceHolder 5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083527" name="PlaceHolder 1"/>
          <p:cNvSpPr>
            <a:spLocks noGrp="1"/>
          </p:cNvSpPr>
          <p:nvPr>
            <p:ph type="ftr" idx="4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106610136" name="PlaceHolder 2"/>
          <p:cNvSpPr>
            <a:spLocks noGrp="1"/>
          </p:cNvSpPr>
          <p:nvPr>
            <p:ph type="sldNum" idx="5"/>
          </p:nvPr>
        </p:nvSpPr>
        <p:spPr bwMode="auto"/>
        <p:txBody>
          <a:bodyPr/>
          <a:p>
            <a:pPr>
              <a:defRPr/>
            </a:pPr>
            <a:fld id="{ECC333EB-5A6B-4F4A-9320-443D22FCDDC5}" type="slidenum">
              <a:rPr/>
              <a:t>&lt;#&gt;</a:t>
            </a:fld>
            <a:endParaRPr/>
          </a:p>
        </p:txBody>
      </p:sp>
      <p:sp>
        <p:nvSpPr>
          <p:cNvPr id="849928305" name="PlaceHolder 3"/>
          <p:cNvSpPr>
            <a:spLocks noGrp="1"/>
          </p:cNvSpPr>
          <p:nvPr>
            <p:ph type="dt" idx="6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4557553" name="PlaceHolder 1"/>
          <p:cNvSpPr>
            <a:spLocks noGrp="1"/>
          </p:cNvSpPr>
          <p:nvPr>
            <p:ph type="ftr" idx="7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456428069" name="PlaceHolder 2"/>
          <p:cNvSpPr>
            <a:spLocks noGrp="1"/>
          </p:cNvSpPr>
          <p:nvPr>
            <p:ph type="sldNum" idx="8"/>
          </p:nvPr>
        </p:nvSpPr>
        <p:spPr bwMode="auto"/>
        <p:txBody>
          <a:bodyPr/>
          <a:p>
            <a:pPr>
              <a:defRPr/>
            </a:pPr>
            <a:fld id="{AF764C1A-538D-452E-92FB-0ADFDB59B3C8}" type="slidenum">
              <a:rPr/>
              <a:t>&lt;#&gt;</a:t>
            </a:fld>
            <a:endParaRPr/>
          </a:p>
        </p:txBody>
      </p:sp>
      <p:sp>
        <p:nvSpPr>
          <p:cNvPr id="462867588" name="PlaceHolder 3"/>
          <p:cNvSpPr>
            <a:spLocks noGrp="1"/>
          </p:cNvSpPr>
          <p:nvPr>
            <p:ph type="dt" idx="9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6542627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86329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82495935" name="PlaceHolder 3"/>
          <p:cNvSpPr>
            <a:spLocks noGrp="1"/>
          </p:cNvSpPr>
          <p:nvPr>
            <p:ph type="ftr" idx="10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762728305" name="PlaceHolder 4"/>
          <p:cNvSpPr>
            <a:spLocks noGrp="1"/>
          </p:cNvSpPr>
          <p:nvPr>
            <p:ph type="sldNum" idx="11"/>
          </p:nvPr>
        </p:nvSpPr>
        <p:spPr bwMode="auto"/>
        <p:txBody>
          <a:bodyPr/>
          <a:p>
            <a:pPr>
              <a:defRPr/>
            </a:pPr>
            <a:fld id="{FA0163AA-BF16-4FE2-BFBE-70B382ED43BB}" type="slidenum">
              <a:rPr/>
              <a:t>&lt;#&gt;</a:t>
            </a:fld>
            <a:endParaRPr/>
          </a:p>
        </p:txBody>
      </p:sp>
      <p:sp>
        <p:nvSpPr>
          <p:cNvPr id="46819601" name="PlaceHolder 5"/>
          <p:cNvSpPr>
            <a:spLocks noGrp="1"/>
          </p:cNvSpPr>
          <p:nvPr>
            <p:ph type="dt" idx="12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438687" name="PlaceHolder 1"/>
          <p:cNvSpPr>
            <a:spLocks noGrp="1"/>
          </p:cNvSpPr>
          <p:nvPr>
            <p:ph type="ftr" idx="13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290503730" name="PlaceHolder 2"/>
          <p:cNvSpPr>
            <a:spLocks noGrp="1"/>
          </p:cNvSpPr>
          <p:nvPr>
            <p:ph type="sldNum" idx="14"/>
          </p:nvPr>
        </p:nvSpPr>
        <p:spPr bwMode="auto"/>
        <p:txBody>
          <a:bodyPr/>
          <a:p>
            <a:pPr>
              <a:defRPr/>
            </a:pPr>
            <a:fld id="{831C59D9-DCC6-41D6-9839-C0F7BD7F15C0}" type="slidenum">
              <a:rPr/>
              <a:t>&lt;#&gt;</a:t>
            </a:fld>
            <a:endParaRPr/>
          </a:p>
        </p:txBody>
      </p:sp>
      <p:sp>
        <p:nvSpPr>
          <p:cNvPr id="1343833359" name="PlaceHolder 3"/>
          <p:cNvSpPr>
            <a:spLocks noGrp="1"/>
          </p:cNvSpPr>
          <p:nvPr>
            <p:ph type="dt" idx="15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38920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461152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2290763" name="PlaceHolder 3"/>
          <p:cNvSpPr>
            <a:spLocks noGrp="1"/>
          </p:cNvSpPr>
          <p:nvPr>
            <p:ph/>
          </p:nvPr>
        </p:nvSpPr>
        <p:spPr bwMode="auto">
          <a:xfrm>
            <a:off x="622620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7677794" name="PlaceHolder 4"/>
          <p:cNvSpPr>
            <a:spLocks noGrp="1"/>
          </p:cNvSpPr>
          <p:nvPr>
            <p:ph type="ftr" idx="16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042749136" name="PlaceHolder 5"/>
          <p:cNvSpPr>
            <a:spLocks noGrp="1"/>
          </p:cNvSpPr>
          <p:nvPr>
            <p:ph type="sldNum" idx="17"/>
          </p:nvPr>
        </p:nvSpPr>
        <p:spPr bwMode="auto"/>
        <p:txBody>
          <a:bodyPr/>
          <a:p>
            <a:pPr>
              <a:defRPr/>
            </a:pPr>
            <a:fld id="{EBFE792D-D89E-405C-AF3C-11B7EDDD0D26}" type="slidenum">
              <a:rPr/>
              <a:t>&lt;#&gt;</a:t>
            </a:fld>
            <a:endParaRPr/>
          </a:p>
        </p:txBody>
      </p:sp>
      <p:sp>
        <p:nvSpPr>
          <p:cNvPr id="1462506269" name="PlaceHolder 6"/>
          <p:cNvSpPr>
            <a:spLocks noGrp="1"/>
          </p:cNvSpPr>
          <p:nvPr>
            <p:ph type="dt" idx="18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715604" name="PlaceHolder 1"/>
          <p:cNvSpPr>
            <a:spLocks noGrp="1"/>
          </p:cNvSpPr>
          <p:nvPr>
            <p:ph type="ftr" idx="19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990831007" name="PlaceHolder 2"/>
          <p:cNvSpPr>
            <a:spLocks noGrp="1"/>
          </p:cNvSpPr>
          <p:nvPr>
            <p:ph type="sldNum" idx="20"/>
          </p:nvPr>
        </p:nvSpPr>
        <p:spPr bwMode="auto"/>
        <p:txBody>
          <a:bodyPr/>
          <a:p>
            <a:pPr>
              <a:defRPr/>
            </a:pPr>
            <a:fld id="{71B0E806-CF15-408A-8B74-D3D078635E96}" type="slidenum">
              <a:rPr/>
              <a:t>&lt;#&gt;</a:t>
            </a:fld>
            <a:endParaRPr/>
          </a:p>
        </p:txBody>
      </p:sp>
      <p:sp>
        <p:nvSpPr>
          <p:cNvPr id="1973788861" name="PlaceHolder 3"/>
          <p:cNvSpPr>
            <a:spLocks noGrp="1"/>
          </p:cNvSpPr>
          <p:nvPr>
            <p:ph type="dt" idx="2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502953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9565356" name="PlaceHolder 2"/>
          <p:cNvSpPr>
            <a:spLocks noGrp="1"/>
          </p:cNvSpPr>
          <p:nvPr>
            <p:ph type="ftr" idx="2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569833130" name="PlaceHolder 3"/>
          <p:cNvSpPr>
            <a:spLocks noGrp="1"/>
          </p:cNvSpPr>
          <p:nvPr>
            <p:ph type="sldNum" idx="23"/>
          </p:nvPr>
        </p:nvSpPr>
        <p:spPr bwMode="auto"/>
        <p:txBody>
          <a:bodyPr/>
          <a:p>
            <a:pPr>
              <a:defRPr/>
            </a:pPr>
            <a:fld id="{41C56E7D-14CC-44CF-856E-9B7725624F58}" type="slidenum">
              <a:rPr/>
              <a:t>&lt;#&gt;</a:t>
            </a:fld>
            <a:endParaRPr/>
          </a:p>
        </p:txBody>
      </p:sp>
      <p:sp>
        <p:nvSpPr>
          <p:cNvPr id="392349976" name="PlaceHolder 4"/>
          <p:cNvSpPr>
            <a:spLocks noGrp="1"/>
          </p:cNvSpPr>
          <p:nvPr>
            <p:ph type="dt" idx="24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695263" name="PlaceHolder 1"/>
          <p:cNvSpPr>
            <a:spLocks noGrp="1"/>
          </p:cNvSpPr>
          <p:nvPr>
            <p:ph type="ftr" idx="25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15696344" name="PlaceHolder 2"/>
          <p:cNvSpPr>
            <a:spLocks noGrp="1"/>
          </p:cNvSpPr>
          <p:nvPr>
            <p:ph type="sldNum" idx="26"/>
          </p:nvPr>
        </p:nvSpPr>
        <p:spPr bwMode="auto"/>
        <p:txBody>
          <a:bodyPr/>
          <a:p>
            <a:pPr>
              <a:defRPr/>
            </a:pPr>
            <a:fld id="{76B9611E-70EB-4109-9EDF-2621DDF858C7}" type="slidenum">
              <a:rPr/>
              <a:t>&lt;#&gt;</a:t>
            </a:fld>
            <a:endParaRPr/>
          </a:p>
        </p:txBody>
      </p:sp>
      <p:sp>
        <p:nvSpPr>
          <p:cNvPr id="1525586692" name="PlaceHolder 3"/>
          <p:cNvSpPr>
            <a:spLocks noGrp="1"/>
          </p:cNvSpPr>
          <p:nvPr>
            <p:ph type="dt" idx="27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961579" name="PlaceHolder 1"/>
          <p:cNvSpPr>
            <a:spLocks noGrp="1"/>
          </p:cNvSpPr>
          <p:nvPr>
            <p:ph type="ftr" idx="28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710244955" name="PlaceHolder 2"/>
          <p:cNvSpPr>
            <a:spLocks noGrp="1"/>
          </p:cNvSpPr>
          <p:nvPr>
            <p:ph type="sldNum" idx="29"/>
          </p:nvPr>
        </p:nvSpPr>
        <p:spPr bwMode="auto"/>
        <p:txBody>
          <a:bodyPr/>
          <a:p>
            <a:pPr>
              <a:defRPr/>
            </a:pPr>
            <a:fld id="{98B00767-FBE7-45A5-83E1-0EF13473A346}" type="slidenum">
              <a:rPr/>
              <a:t>&lt;#&gt;</a:t>
            </a:fld>
            <a:endParaRPr/>
          </a:p>
        </p:txBody>
      </p:sp>
      <p:sp>
        <p:nvSpPr>
          <p:cNvPr id="47674139" name="PlaceHolder 3"/>
          <p:cNvSpPr>
            <a:spLocks noGrp="1"/>
          </p:cNvSpPr>
          <p:nvPr>
            <p:ph type="dt" idx="30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260934" name="PlaceHolder 1"/>
          <p:cNvSpPr>
            <a:spLocks noGrp="1"/>
          </p:cNvSpPr>
          <p:nvPr>
            <p:ph type="ftr" idx="3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036388120" name="PlaceHolder 2"/>
          <p:cNvSpPr>
            <a:spLocks noGrp="1"/>
          </p:cNvSpPr>
          <p:nvPr>
            <p:ph type="sldNum" idx="32"/>
          </p:nvPr>
        </p:nvSpPr>
        <p:spPr bwMode="auto"/>
        <p:txBody>
          <a:bodyPr/>
          <a:p>
            <a:pPr>
              <a:defRPr/>
            </a:pPr>
            <a:fld id="{223EEEBF-5142-4FA4-9725-9734D852B049}" type="slidenum">
              <a:rPr/>
              <a:t>&lt;#&gt;</a:t>
            </a:fld>
            <a:endParaRPr/>
          </a:p>
        </p:txBody>
      </p:sp>
      <p:sp>
        <p:nvSpPr>
          <p:cNvPr id="841527787" name="PlaceHolder 3"/>
          <p:cNvSpPr>
            <a:spLocks noGrp="1"/>
          </p:cNvSpPr>
          <p:nvPr>
            <p:ph type="dt" idx="3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_rels/slideMaster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4.xml"/></Relationships>
</file>

<file path=ppt/slideMasters/_rels/slideMaster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5.xml"/></Relationships>
</file>

<file path=ppt/slideMasters/_rels/slideMaster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6.xml"/></Relationships>
</file>

<file path=ppt/slideMasters/_rels/slideMaster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7.xml"/></Relationships>
</file>

<file path=ppt/slideMasters/_rels/slideMaster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8.xml"/></Relationships>
</file>

<file path=ppt/slideMasters/_rels/slideMaster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9.xml"/></Relationships>
</file>

<file path=ppt/slideMasters/_rels/slideMaster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10.xml"/></Relationships>
</file>

<file path=ppt/slideMasters/_rels/slideMaster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018772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6651146" name="PlaceHolder 2"/>
          <p:cNvSpPr>
            <a:spLocks noGrp="1"/>
          </p:cNvSpPr>
          <p:nvPr>
            <p:ph type="ftr" idx="1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6848300" name="PlaceHolder 3"/>
          <p:cNvSpPr>
            <a:spLocks noGrp="1"/>
          </p:cNvSpPr>
          <p:nvPr>
            <p:ph type="sldNum" idx="2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87653DA0-F438-4732-A558-40890FBBEC47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854329" name="PlaceHolder 4"/>
          <p:cNvSpPr>
            <a:spLocks noGrp="1"/>
          </p:cNvSpPr>
          <p:nvPr>
            <p:ph type="dt" idx="3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3957413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105720" name="PlaceHolder 1"/>
          <p:cNvSpPr>
            <a:spLocks noGrp="1"/>
          </p:cNvSpPr>
          <p:nvPr>
            <p:ph type="ftr" idx="4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8008398" name="PlaceHolder 2"/>
          <p:cNvSpPr>
            <a:spLocks noGrp="1"/>
          </p:cNvSpPr>
          <p:nvPr>
            <p:ph type="sldNum" idx="5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748E6ACE-C9C4-41DD-AC0F-7B6D3F7D2326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4670085" name="PlaceHolder 3"/>
          <p:cNvSpPr>
            <a:spLocks noGrp="1"/>
          </p:cNvSpPr>
          <p:nvPr>
            <p:ph type="dt" idx="6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1332779" name="PlaceHolder 1"/>
          <p:cNvSpPr>
            <a:spLocks noGrp="1"/>
          </p:cNvSpPr>
          <p:nvPr>
            <p:ph type="ftr" idx="7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253307" name="PlaceHolder 2"/>
          <p:cNvSpPr>
            <a:spLocks noGrp="1"/>
          </p:cNvSpPr>
          <p:nvPr>
            <p:ph type="sldNum" idx="8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8C4961B5-48A8-43EE-9CB1-C008477B3CB3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0688621" name="PlaceHolder 3"/>
          <p:cNvSpPr>
            <a:spLocks noGrp="1"/>
          </p:cNvSpPr>
          <p:nvPr>
            <p:ph type="dt" idx="9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050427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84111052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37514978" name="PlaceHolder 3"/>
          <p:cNvSpPr>
            <a:spLocks noGrp="1"/>
          </p:cNvSpPr>
          <p:nvPr>
            <p:ph type="ftr" idx="10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7128321" name="PlaceHolder 4"/>
          <p:cNvSpPr>
            <a:spLocks noGrp="1"/>
          </p:cNvSpPr>
          <p:nvPr>
            <p:ph type="sldNum" idx="11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4037542B-13FE-4038-B8FB-C9D825EC83B3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8357994" name="PlaceHolder 5"/>
          <p:cNvSpPr>
            <a:spLocks noGrp="1"/>
          </p:cNvSpPr>
          <p:nvPr>
            <p:ph type="dt" idx="12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913060" name="PlaceHolder 1"/>
          <p:cNvSpPr>
            <a:spLocks noGrp="1"/>
          </p:cNvSpPr>
          <p:nvPr>
            <p:ph type="ftr" idx="13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1535412" name="PlaceHolder 2"/>
          <p:cNvSpPr>
            <a:spLocks noGrp="1"/>
          </p:cNvSpPr>
          <p:nvPr>
            <p:ph type="sldNum" idx="14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E52D7D2C-D795-48A5-AC3D-0EB39C8518E5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343549" name="PlaceHolder 3"/>
          <p:cNvSpPr>
            <a:spLocks noGrp="1"/>
          </p:cNvSpPr>
          <p:nvPr>
            <p:ph type="dt" idx="15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5771750" name="PlaceHolder 4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15251891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144592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49104844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06290055" name="PlaceHolder 3"/>
          <p:cNvSpPr>
            <a:spLocks noGrp="1"/>
          </p:cNvSpPr>
          <p:nvPr>
            <p:ph type="body"/>
          </p:nvPr>
        </p:nvSpPr>
        <p:spPr bwMode="auto">
          <a:xfrm>
            <a:off x="622620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48660515" name="PlaceHolder 4"/>
          <p:cNvSpPr>
            <a:spLocks noGrp="1"/>
          </p:cNvSpPr>
          <p:nvPr>
            <p:ph type="ftr" idx="16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0426366" name="PlaceHolder 5"/>
          <p:cNvSpPr>
            <a:spLocks noGrp="1"/>
          </p:cNvSpPr>
          <p:nvPr>
            <p:ph type="sldNum" idx="17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A935BD65-EDC7-4942-A03A-A339B80EADE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890952" name="PlaceHolder 6"/>
          <p:cNvSpPr>
            <a:spLocks noGrp="1"/>
          </p:cNvSpPr>
          <p:nvPr>
            <p:ph type="dt" idx="18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953853" name="PlaceHolder 1"/>
          <p:cNvSpPr>
            <a:spLocks noGrp="1"/>
          </p:cNvSpPr>
          <p:nvPr>
            <p:ph type="ftr" idx="19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999800" name="PlaceHolder 2"/>
          <p:cNvSpPr>
            <a:spLocks noGrp="1"/>
          </p:cNvSpPr>
          <p:nvPr>
            <p:ph type="sldNum" idx="20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93BFFFB6-C975-4515-BAEE-030B49A62AC6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7703954" name="PlaceHolder 3"/>
          <p:cNvSpPr>
            <a:spLocks noGrp="1"/>
          </p:cNvSpPr>
          <p:nvPr>
            <p:ph type="dt" idx="21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995760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65096990" name="PlaceHolder 2"/>
          <p:cNvSpPr>
            <a:spLocks noGrp="1"/>
          </p:cNvSpPr>
          <p:nvPr>
            <p:ph type="ftr" idx="22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2956517" name="PlaceHolder 3"/>
          <p:cNvSpPr>
            <a:spLocks noGrp="1"/>
          </p:cNvSpPr>
          <p:nvPr>
            <p:ph type="sldNum" idx="23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5C13F5D0-4231-4A71-95C7-A660AD1D78F2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0378692" name="PlaceHolder 4"/>
          <p:cNvSpPr>
            <a:spLocks noGrp="1"/>
          </p:cNvSpPr>
          <p:nvPr>
            <p:ph type="dt" idx="24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6983685" name="PlaceHolder 1"/>
          <p:cNvSpPr>
            <a:spLocks noGrp="1"/>
          </p:cNvSpPr>
          <p:nvPr>
            <p:ph type="ftr" idx="25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4227102" name="PlaceHolder 2"/>
          <p:cNvSpPr>
            <a:spLocks noGrp="1"/>
          </p:cNvSpPr>
          <p:nvPr>
            <p:ph type="sldNum" idx="26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D855472F-C3BB-4818-98FD-7C01EDEAEFDA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7765811" name="PlaceHolder 3"/>
          <p:cNvSpPr>
            <a:spLocks noGrp="1"/>
          </p:cNvSpPr>
          <p:nvPr>
            <p:ph type="dt" idx="27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31884" name="PlaceHolder 1"/>
          <p:cNvSpPr>
            <a:spLocks noGrp="1"/>
          </p:cNvSpPr>
          <p:nvPr>
            <p:ph type="ftr" idx="28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792790" name="PlaceHolder 2"/>
          <p:cNvSpPr>
            <a:spLocks noGrp="1"/>
          </p:cNvSpPr>
          <p:nvPr>
            <p:ph type="sldNum" idx="29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C1AC3A97-5CC6-4446-A983-B72034BA075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110782" name="PlaceHolder 3"/>
          <p:cNvSpPr>
            <a:spLocks noGrp="1"/>
          </p:cNvSpPr>
          <p:nvPr>
            <p:ph type="dt" idx="30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268692" name="PlaceHolder 1"/>
          <p:cNvSpPr>
            <a:spLocks noGrp="1"/>
          </p:cNvSpPr>
          <p:nvPr>
            <p:ph type="ftr" idx="31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1280234" name="PlaceHolder 2"/>
          <p:cNvSpPr>
            <a:spLocks noGrp="1"/>
          </p:cNvSpPr>
          <p:nvPr>
            <p:ph type="sldNum" idx="32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047A5A79-ACB0-40E3-BB1B-9086DF3221A3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7003276" name="PlaceHolder 3"/>
          <p:cNvSpPr>
            <a:spLocks noGrp="1"/>
          </p:cNvSpPr>
          <p:nvPr>
            <p:ph type="dt" idx="33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.png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7.png"/></Relationships>
</file>

<file path=ppt/slides/_rels/slide7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8.png"/></Relationships>
</file>

<file path=ppt/slides/_rels/slide1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2990943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6000" b="0" strike="noStrike" spc="-1">
                <a:solidFill>
                  <a:schemeClr val="dk1"/>
                </a:solidFill>
                <a:latin typeface="Calibri Light"/>
              </a:rPr>
              <a:t>Mrežno programiranje u programskom jeziku Java</a:t>
            </a:r>
            <a:endParaRPr lang="en-US" sz="6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44501992" name="PlaceHolder 2"/>
          <p:cNvSpPr>
            <a:spLocks noGrp="1"/>
          </p:cNvSpPr>
          <p:nvPr>
            <p:ph type="subTitle"/>
          </p:nvPr>
        </p:nvSpPr>
        <p:spPr bwMode="auto">
          <a:xfrm>
            <a:off x="1523880" y="360216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>
              <a:buNone/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913603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Šta ćemo učiti?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02066218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TCP/IP, UDP/IP i HTTP protokol.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Java biblioteku za mrežno programiranje.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Pisanje servera i klijenata uz pomoć soketa.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Multicast komunikaciju.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999959" name="PlaceHolder 1"/>
          <p:cNvSpPr>
            <a:spLocks noGrp="1"/>
          </p:cNvSpPr>
          <p:nvPr>
            <p:ph type="title"/>
          </p:nvPr>
        </p:nvSpPr>
        <p:spPr bwMode="auto"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6000" b="0" strike="noStrike" spc="-1">
                <a:solidFill>
                  <a:schemeClr val="dk1"/>
                </a:solidFill>
                <a:latin typeface="Calibri Light"/>
              </a:rPr>
              <a:t>Osnovni koncepti</a:t>
            </a:r>
            <a:endParaRPr lang="en-US" sz="6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4491617" name="PlaceHolder 2"/>
          <p:cNvSpPr>
            <a:spLocks noGrp="1"/>
          </p:cNvSpPr>
          <p:nvPr>
            <p:ph/>
          </p:nvPr>
        </p:nvSpPr>
        <p:spPr bwMode="auto"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51141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Uvod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4452381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 današnjem vremenu većina aplikacija i programa ako ne u cjelosti barem dio svojih operacija vrši preko mreža.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Primjeri: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Word processing softveri otvaraju fajlove preko URL-a.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Razvojna okruženja kao InteliJ i Eclipse komuniciraju sa GitHub-om.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Antivirus programi provjeravaju baze vi</a:t>
            </a: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r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usa na Internetu.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Terminali u prodavnicama, kafićima i restoranima komuniciraju sa serverom prilikom svake transakcije.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Programi za reprodukciju audia i videa preuzimaju fajlove sa Interneta.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2979987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Računarske mreže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01073280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Mreža je kolekcija računara i drugih uređaja koji međusobno mogu slati i primati podatke u realnom vremenu.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Biti 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e pretvaraju u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E</a:t>
            </a: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lektromagnetne talase koji se prenose 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žicom.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R</a:t>
            </a: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adio talase za be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žičnu komunikaciju.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Svjetlosne talase koji se prenose optičkim kablom.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Svaki uređaj u mreži se naziva čvor.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Hostovi su čvorovi koji su ujedno i računari.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Svaki čvor ima adresu (niz bita) koja ga jedinstveno identifikuje.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343800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Paketi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0885798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U svim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 modernim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 ra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čunarskim mrežama podaci se šalju u paketima.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 svakom paketu naznačene su izvorišna i odredišna adresa.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Zahvaljujući dijeljenju poruka na pakete više računara može dijeliti isti komunikacioni medijum.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Nasuprot tome, u telefonskim mre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žama se za vrijeme jedne sesije blokira čitav komunikacioni kanal.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52026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Protokoli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87042516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Protokol je precizan skup pravila kojim se definiše način komunikacije među računarima.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Definišu se formati adresa, način formiranja paketa, itd.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Postoje različiti protokoli kojima se definišu različiti aspekti komunikacije u mrežama: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HTTP – protokol kojim se definiše kako komuniciraju web browser i web server.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SMTP – protokol kojim se definiše način slanja e-mail poruka,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FTP – protokol kojim se definiše kako se prenose datoteke između dva računara u mreži (klijenta i servera).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60310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Kompleksnost komunikacije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6150062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Slanje podataka kroz mrežu je kompleksna procedura.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Neki od zadataka koji se moraju izvršiti su: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Izbjegavanje kolizije paketa.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Konverzija digitalnih u analogne signale i obratno.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Detekcija i korekcija grešaka.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Rutiranje paketa.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599482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Mrežni slojevi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45941505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Da bi se dio kompleksnosti sakrio od programera i krajnjih korisnika uvedeni su mrežni slojevi.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Svaki sloj predstavlja novi nivo apstrakcije između hardvera (žica i kablova) i informacija koje se prenose.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Postoji mnoštvo protokola na svakom sloju.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55009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TCP/IP mrežni model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01307239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3333" lnSpcReduction="10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Najrasprostranjeniji praktični model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4 sloja (OSI - teorijski model sa 7 slojeva):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914400" lvl="1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Aplikativni sloj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914400" lvl="1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Transportni sloj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914400" lvl="1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Internet sloj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914400" lvl="1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Sloj linka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Programer 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uglavnom radi u aplikativnom sloju i rjeđe u transportnom.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Stvara se utisak kao da se direktno komunicira sa aplikativnim slojem drugog računara.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Fizički sloj je u potpunosti s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a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kriven.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16791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Sloj linka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89059406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 potpunosti nevidljiv iz programskog jezika Java.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 ovom sloju je definisano kako određeni mrežni interfejs šalje podatke preko fizičkog medijuma.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Glavni razlog zbog kojeg programer treba da je svjestan sloja linka su preformanse.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Donose se različite odluke u dizajnu aplikacije u zavisnosti od toga kakvim konekcijama raspolažu vaši korisnici.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Ne prave se identične aplikacije za klijente sa optičkim kablovima i klijente sa satelitskim linkovima.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688604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Internet sloj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9851471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 ovom sloju definiše se šema adresiranja.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Internet Protocol (IP) je najzastupljaniji protkol ovog sloja.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Jedini protokol iz internet sloja koji Java razumije.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IP se zapravo sastoji iz dva protokola: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IPv4 – 32-bitne adrese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IPv6 – </a:t>
            </a: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128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-bitne adrese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Java sakriva razlike između ova dva protokola od nas.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 internet sloju je takođe definisan način na koji se poruke dijele u datagrame i format datagrama.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2517357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IPv4 datagram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6389272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5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Jedan IPv4 datagram se sastoji od između 20 i 60 bajtova zaglavlja i 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65,515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 bajtova podataka.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072703870" name="Picture 3" descr=""/>
          <p:cNvPicPr/>
          <p:nvPr/>
        </p:nvPicPr>
        <p:blipFill rotWithShape="1">
          <a:blip r:embed="rId3"/>
          <a:stretch/>
        </p:blipFill>
        <p:spPr bwMode="auto">
          <a:xfrm>
            <a:off x="2625120" y="1825560"/>
            <a:ext cx="6940800" cy="35082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421278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Transportni sloj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36217033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Sirovi datagrami imaju svoje nedostatke: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Ne može se garantovati njihova isporuka, niti detekcija greška u isporuci.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Header checksum može detektovati samo grešku u header-u.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Datagrami često ne stižu na odredište u redu u kojem su poslati.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Protokoli transportnog sloja obezbjeđuju da datagrami budu primljeni u redu u kojem su poslati i da podaci ne budu izgubljeni ili oštećeni.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Ovo se postiže uvođenjem dodatnog zaglavlja (header-a) svakom datagramu, koje sadrži dodatne informacije.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139056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Protokoli transportnog sloja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7862515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3333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Dva su glavna protokola u transportnom sloju.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Transmission Control Protocol (TCP) – garantuje isporuku i detekciju ošećenih paketa.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User Datagram Protocol (UDP) – detektuje oštećene pakete ali ne garantuje isporuku.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TCP je mnogo sporiji, jer uključuje mnogo više pravila.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Koristi se za aplikacije gdje je veoma bitna pouzdana komunikacija. Na primjer kod aplikacija za razmjenu poruka.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UDP se koristi gdje gubljenje paketa nije previše škodljivo. Na primjer, online igrice, video streaming, itd.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001654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Aplikativni sloj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1473272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Sloj koji isporučuje podatke korisniku.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Sa prethodna tri sloja se definiše kako se podaci prenose mrežom, a u aplikativnom sloju se definiše šta se dešava sa podacima nakon što je prenos završen.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Aplikacije najviše rade sa ovim slojem.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Veliki broj protokola (HTTP, SMTP, FTP, BitTorrent, Skype, ...)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Mogu se definisati sopstveni protokoli.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30272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Internet Protocol (IP)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03001290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IP 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je razvijen tokom Hladnog Rata 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kroz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 vojna sponzorstva.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Iz tog raz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loga sadrži mnogobrojne karakteristike korisne vojsci: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Mora biti robustan – mreža ne smije prestati sa funkcionisanjem ni u slučaju nuklearnog napada na neki dio SAD-a od strane SSSR-a.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000" b="0" strike="noStrike" spc="-1">
                <a:solidFill>
                  <a:schemeClr val="dk1"/>
                </a:solidFill>
                <a:latin typeface="Calibri"/>
              </a:rPr>
              <a:t>IP je dizajniran tako da podrži više ruta između bilo koje dvije tačke i da prosljeđuje pakete zaobilazeći oštećene rute.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Drugo, vojska koristi različite tipove računara i svi moraju biti u mogućnosti da međusobno komuniciraju.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000" b="0" strike="noStrike" spc="-1">
                <a:solidFill>
                  <a:schemeClr val="dk1"/>
                </a:solidFill>
                <a:latin typeface="Calibri"/>
              </a:rPr>
              <a:t>Zbog ovoga je IP nezavistan od platforme.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68877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IP adrese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8501900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Svaki ure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đaj na IPv4 mreži je identifikovan 32-bitnim brojem.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IPv4 adrese obično se zapisuju kao 4 dekadna broja od 0 do 255 odvojena tačkama.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Na primjer: 127.12.1.0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Kada se paketi šalju kroz mrežu, u zaglavlju se dodaju IP adrese izvora i odredišta.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Postoji 2</a:t>
            </a:r>
            <a:r>
              <a:rPr lang="sr-Latn-RS" sz="2800" b="0" strike="noStrike" spc="-1" baseline="30000">
                <a:solidFill>
                  <a:schemeClr val="dk1"/>
                </a:solidFill>
                <a:latin typeface="Calibri"/>
              </a:rPr>
              <a:t>32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 različitih IPv4 adresa.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Ovo nije dovoljan broj IP adresa za moderni svijet.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Privatne adrese su jedno prelazno rješenje.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2949534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Privatne IP adrese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53515172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3333" lnSpcReduction="10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IP adrese koje nijesu validne na Internetu.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Određeni opsezi adresa smatraju se privatnim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10.0.0.0 – 10.255.255.255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172.16.0.0 – 172.31.255.255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192.168.0.0 – 192.168.255.255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Ove adrese ne mogu se koristiti na Internetu, ali mogu u privatnim mrežama (unutar kompanije, univerziteta, itd.).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Za slanje paketa na Internet, uređajima iz mreže dodjeljuje se jedna od dostupnih javnih IP adresa. (vidi NAT)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Dva uređaja u različitim privatnim mrežama mogu imati istu IP adresu.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241670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IPv6 adrese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89717257" name="PlaceHolder 2"/>
          <p:cNvSpPr>
            <a:spLocks noGrp="1"/>
          </p:cNvSpPr>
          <p:nvPr>
            <p:ph/>
          </p:nvPr>
        </p:nvSpPr>
        <p:spPr bwMode="auto">
          <a:xfrm>
            <a:off x="838080" y="18288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IPv6 adrese su 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128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-bitne.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Zapisuju se kao 8 blokova od po 4 heksadecimalne cifre odvojena dvotačkom.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Na primjer: 2001:0db8:85a3:a9b8:23c1:8a2e:0370:7334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Vodeće nule ne moraju se pisati.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Na primjer: 2001:0db8:85a3:a9b8:23c1:8a2e:0370:7334 se može zapisati kao 2001:db8:85a3:a9b8:23c1:8a2e:370:7334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Više uzastopnih blokova 0000 mogu se preskočiti sa ::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Na primjer: 2001:0db8:85a3:0000:0000:8a2e:0370:7334 se može zapisati kao 2001:0db8:85a3::8a2e:0370:7334 je IPv6 adresa 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85074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Specijalne IP adrese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5499284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Postoji određeni broj IP adresa sa specijalnim značenjem.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127.0.0.1 je tzv. loopback adresa koja ukazuje na lokalni računar.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Loopback adresa u IPv6 je 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0:0:0:0:0:0:0:1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 (::1).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Loopback adresa se može koristiti da bi se provjerilo da li rade ili u toku razvoja aplikacije na lokalnom računaru.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Primjer: ping 127.0.0.1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Hostname za loopback adresu je localhost.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594963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Broadcast IP adrese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4849910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3333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Broadcast adrese su još jedna grupa specijalnih IP adresa.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255.255.255.255 je broadcast adresa za lokalnu mrežu.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Ako je u zaglavlju paketa kao odredište data broadcast adresa, taj paket primiće svi hostovi u lokalnoj mreži.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Broadcast adresa se koristi npr. kada računaru treba dodijeliti novu IP adresu.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Sa tog računara šalje se broadcast zahtjev za dodjeljivanjem IP adrese na koji će odgovoriti samo DHCP server.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 odgovoru su navedena IP adresa koju računar može koristiti u daljoj komunikaciji, kao i adresa DNS servera.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3914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Domain Naming System (DNS)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40412120" name="PlaceHolder 2"/>
          <p:cNvSpPr>
            <a:spLocks noGrp="1"/>
          </p:cNvSpPr>
          <p:nvPr>
            <p:ph/>
          </p:nvPr>
        </p:nvSpPr>
        <p:spPr bwMode="auto">
          <a:xfrm>
            <a:off x="838080" y="1834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Računari se dobro snalaze sa brojevima a ljudi sa riječima.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DNS je razvijen kako bi pomogao ljudima u pamćenju IP adresa.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DNS je hijerarhijski uređena baza podataka koja služi za prevođenje IP adresa u domenska imena.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Primjer korišćenja: nslookup 8.8.8.8 → google.com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147860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Dynamic Host Configuration Protocol</a:t>
            </a: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 (DHCP)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0699443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Serveri obično imaju fiksne IP adrese.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Uređajima u lokalnim mrežama se naprotiv IP adresa dodjeljuje pri svakom novom pokretanju pomoću DHCP server procesa.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Dakle, važno je da zapamtimo da su IP adrese promjenljive i da se u našem kodu ne smiju naći njihove fiksirane vrijednosti.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Takođe, ne treba ih ni keširati, već tražiti prilikom svakog korišćenja.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40335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Network Address Translation (NAT)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0339159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NAT nije protokol.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NAT je proces u ruteru na granici lokalne mreže i Interneta koji vrši dodjeljivanje javnih IP adresa uređajima iz lokalne mreže.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Ovo je potrebno kako bi ti uređaji mogli komunicirati van lokalne mreže.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IPv6 će učiniti NAT suvišnim.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73497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Portovi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68201849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3333" lnSpcReduction="10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Adrese bi bile dovoljne kada računari ne bi izvršavali više procesa odjednom.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Komunikacije svih procesa na jednom računaru moraju biti odvojene.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Svakom procesu dodjeljuje se port koji on koristi za komunikaciju.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Portovi su skladišteni u memoriji računara. (Fizički portovi kao USB, HDMI itd. su nešto sasvim drugo) 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Označavaju se prirodnim brojevima.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Na primjer, HTTP obično koristi port 80 za komunikaciju. 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Kada se podaci šalju web serveru, obično se šalju na taj port.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05197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Transmission Control Protocol (TCP)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0058047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Kako postoji više ruta između svake dvije tačke i kako se najbrža ruta može vremenom mijenjati paketi jedne poruke mogu putovati različitim rutama.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Kao rezultat ovoga, paketi na odredište mogu stići u drugačijem redosljedu od onoga u kojem su poslati ili mogu ne stići uopšte.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TCP je uveden iznad IP-a da bi se odredištu dala mogućnost da potvrdi prijem IP paketa i da zatraži ponovno slanje izgubljenih ili oštećenih paketa.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TCP takođe služi za rekonstrukciju redosljeda u kojem su paketi poslati.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332472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User Datagram Protocol (UDP)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19861223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8333" lnSpcReduction="10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Korišćenje TCP-a donosi dodatni posao za sve čvorove u mreži.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Ukoliko redosljed ili gubitak pojedinih paketa nije od presudne važnosti koristi se UDP.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UDP ne garantuje da će paketi stići na odredište, kao ni da će stići u izvornom redosljedu.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Ovo može biti problematično za primjene kao što je slanje datoteka.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Međutim, manje će na korisnikovo zadovoljstvo servisom uticati gubitak nekoliko bita audio ili video signala, nego da čeka TCP da zatraži ponovno slanje tog dijela snimka.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83981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Klijent</a:t>
            </a: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-</a:t>
            </a: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Server model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41678487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Većina modernih mrežnih aplikacija zasnovana je na ovom modelu.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Razlikuju se dva procesa (računara): klijent i server.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 nekim slučajevima jedan računar može biti i klijent i server.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Svi podaci se skladište na serveru.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Server proces služi da otpremi podatke kada su potrebni.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Obrada podataka i interakcija sa korisnicima vrše na klijentskim računarima na kojima su pokrenuti klijentski procesi.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Najpopularniji ovakav sistem je Web.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Apache je primjer web servera, dok je Chrome primjer web client-a.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76718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Klijent-</a:t>
            </a: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S</a:t>
            </a: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erver arhitektura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7471395" name="Picture 4" descr="Client–server model - Wikipedia"/>
          <p:cNvPicPr/>
          <p:nvPr/>
        </p:nvPicPr>
        <p:blipFill rotWithShape="1">
          <a:blip r:embed="rId3"/>
          <a:stretch/>
        </p:blipFill>
        <p:spPr bwMode="auto">
          <a:xfrm>
            <a:off x="1953000" y="1837800"/>
            <a:ext cx="7984080" cy="4790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025972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Peer-to-peer model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08826407" name="PlaceHolder 2"/>
          <p:cNvSpPr>
            <a:spLocks noGrp="1"/>
          </p:cNvSpPr>
          <p:nvPr>
            <p:ph/>
          </p:nvPr>
        </p:nvSpPr>
        <p:spPr bwMode="auto">
          <a:xfrm>
            <a:off x="914760" y="18288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Drugačiji tip mrežnih aplikacija od klijent/server aplikacija.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Podaci se naizmjenično šalju između procesa.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Platforme za online multiplayer igre su primjer ovog tipa aplikacija.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 Javi peer-to-peer model nije ugrađen, ali može se implementirati tako što svaki računar igra ulogu i servera i klijenta ili tako što se koristi poseban server koji služi samo za prosljeđivanje paketa između procesa.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821431" name="PlaceHolder 1"/>
          <p:cNvSpPr>
            <a:spLocks noGrp="1"/>
          </p:cNvSpPr>
          <p:nvPr>
            <p:ph type="title"/>
          </p:nvPr>
        </p:nvSpPr>
        <p:spPr bwMode="auto"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6000" b="0" strike="noStrike" spc="-1">
                <a:solidFill>
                  <a:schemeClr val="dk1"/>
                </a:solidFill>
                <a:latin typeface="Calibri Light"/>
              </a:rPr>
              <a:t>I/O operacije</a:t>
            </a:r>
            <a:endParaRPr lang="en-US" sz="6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3225125" name="PlaceHolder 2"/>
          <p:cNvSpPr>
            <a:spLocks noGrp="1"/>
          </p:cNvSpPr>
          <p:nvPr>
            <p:ph/>
          </p:nvPr>
        </p:nvSpPr>
        <p:spPr bwMode="auto"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2343051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Uvod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86573268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Veliki dio svih programa su ulazno/izlazne operacije.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Tako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đe su česte i u programima koji rade sa mrežom.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 oba slučaja vrši se prenos bajta iz sistema u sistem.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Slanje poruke klijentu ne razlikuje se mnogo od upisivanja podataka u fajl.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Čitanje podataka koje server pošalje slično je čitanju iz fajla.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736423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Java streams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7406096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I/O operacije u Javi zasnovane su na tokovima (streams).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Input streams se koriste za čitanje podataka, a output streams za upisivanje podataka.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Postoji više vrsta stream klasa.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Sve input stream klase imaju slične metode za čitanje podataka.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Sve output stream klase imaju slične metode za upisivanje podataka.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606663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Filter streams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0059339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Filter streams se mogu vezati za input ili za output stream.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Oni modifikuju podatke u toku čitanja/pisanja.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Na primjer, može se vršiti konverzija, enkripcija, baferovanje ili kompresija podataka.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26833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Readers i writers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4524883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Readers i writers se vezuju za input i output stream-ove kako bi omogućili programima da rade sa karakterima umjesto sa bajtovima.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Podržavaju veliki broj character encoding-a (ASCII, UTF8, itd.).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930913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Sinhronizacija I/O operacija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33841694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Stream-ovi su sinhronizovani.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Ovo znači da, kada program (tj. tred) zatraži od stream-a da pročita ili upiše neke podatke, on čeka da ta operacija bude završena prije nego uradi bilo šta drugo.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Java nudi i ne-blokirajuće I/O operacije pomoću kanala i bafera.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Ne-blokirajuće I/O operacije su nešto komplikovanije ali mogu u velikoj mjeri ubrzati aplikaciju.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Pogotovo ako su I/O operacije jako česte.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78911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OutputStream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09253442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3888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OutputStream je osnovna klasa za pisanje podataka.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Apstraktna je klasa.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Potklase OutputStream klase koriste se za pisanje podataka za određeni tip medija: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FileOuputStream – za pisanje podataka u fajl.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TelnetOutputStream – za pisanje podataka na mrežnoj vezi.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ByteArrayOutputStream – za pisanje podataka u niz bajtova.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Sve ove klase koriste iste metode za upisivanje podataka.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Čak ne moramo ni znati sa kojim tačno tipom OutputStream-a radimo.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Obično se odgovarajuća 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in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stanca dobija pozivom funkcije getOutputStream().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05369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799"/>
          </a:xfrm>
          <a:prstGeom prst="rect">
            <a:avLst/>
          </a:prstGeom>
          <a:noFill/>
          <a:ln w="0">
            <a:noFill/>
          </a:ln>
        </p:spPr>
        <p:txBody>
          <a:bodyPr/>
          <a:p>
            <a:pPr indent="0" defTabSz="914400">
              <a:lnSpc>
                <a:spcPct val="90000"/>
              </a:lnSpc>
              <a:buNone/>
              <a:defRPr/>
            </a:pPr>
            <a:r>
              <a:rPr lang="sr-Latn-RS" sz="4800" b="0" i="0" u="none" strike="noStrike" cap="none" spc="0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OutputStream</a:t>
            </a:r>
            <a:endParaRPr sz="4800" b="0" strike="noStrike" spc="0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59568758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84639" y="1825559"/>
            <a:ext cx="10568319" cy="33303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85613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Funkcija write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49562753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public abstract void write(int b) throws IOException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Uzima cjelobrojni argument (0 do 255) i upisuje odgovarajući bajt na izlaz.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Least significant byte se koristi za upisivanje, a ostala tri se ignorišu.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Ova funkcija je prilično neefikasna.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Na primjer, TCP segment sadrži zaglavlje od 40 bajta.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Ako šaljemo samo po 1 bajt podataka kroz mrežu, to je veoma loše.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public void write(byte[] data) throws IOException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ublic void write(byte[] data, int offset, int length)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throws IOException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Ove dvije funkcije možemo koristiti za pisanje više bajtova odjednom.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4616641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Funkcija flush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46732840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8333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Nakon 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što se završi sa upisivanjem podataka, potrebno je pozvati funkciju flush.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Može se desiti da se podaci automatski baferuju.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Na primjer ako u HTTP zahtjevu web klijent pošalje mali broj bajta, oni mogu biti smješteni u baferu i poslati tek nakon što stigne još podataka.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Nekada programer nema kontrolu nad time da li se neki stream baferuje ili ne.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Često je dobijen pozivom funkcije getOutputStream.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Pozivom funkcije flush se naznači da je stream završen i da se podaci trebaju poslati čak iako bafer još nije napunjen.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Zaboravljeni flush se teško otkriva.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025931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InputStream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7344620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InputStream je osnovna klasa za čitanje podataka.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Apstraktna je klasa.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Potklase InputStream klase koriste se za čitanje podataka sa određenog tipa medija: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FileInputStream – za čitanje podataka iz fajla.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TelnetInputStream – za čitanje podataka sa mrežne konekcije.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ByteArrayInputStream – za čitanje podataka iz niza bajtova.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Sve ove klase koriste iste metode za čitanje podataka.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Ako znamo da radimo sa natklasom, znaćemo i da koristimo potklase.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4622712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799"/>
          </a:xfrm>
          <a:prstGeom prst="rect">
            <a:avLst/>
          </a:prstGeom>
          <a:noFill/>
          <a:ln w="0">
            <a:noFill/>
          </a:ln>
        </p:spPr>
        <p:txBody>
          <a:bodyPr/>
          <a:p>
            <a:pPr indent="0" defTabSz="914400">
              <a:lnSpc>
                <a:spcPct val="90000"/>
              </a:lnSpc>
              <a:buNone/>
              <a:defRPr/>
            </a:pPr>
            <a:r>
              <a:rPr lang="sr-Latn-RS" sz="4400" b="0" i="0" u="none" strike="noStrike" cap="none" spc="0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InputStream</a:t>
            </a:r>
            <a:endParaRPr sz="4400" b="0" strike="noStrike" spc="0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98208778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38559" y="1689840"/>
            <a:ext cx="10514880" cy="38721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161897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Funkcija read (1)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57470598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public abstract int read() throws IOException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Čita bajt iz ulaznog toka podataka i vraća ga kao integer.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Kraj toka podataka označen je brojem -1.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Ova funkcija blokira dalje izvršavanje dok se ne pročita jedan bajt podataka.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Čitanje jednog po jednog bajta sa ulaza je obično veoma neefikasno.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7677021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Funkcija read (2)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05242665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4444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public int read(byte[] input) throws IOException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public int read(byte[] input, int offset, int length) throws IOException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Prethodne dvije metode popunjavaju dati niz input sa više bajta podataka pročitanih iz stream-a.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Druga funkcija popunjava podniz datog niza input.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Ove funkcije imaju povratni tip int koji predstavlja broj uspješno pročitanih bajta.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Ovo je pogotovo korisno za mrežne tokove podataka koji su mnogo sporiji od npr. fajl sistema i može se desiti da svi bajtovi nijesu dostupni u određenom trenutku već da je u toku njihov prenos.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Često se desi da program na početku otvori prazan mrežni stream.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Kako imaju povratni tip, ove funkcije ne blokiraju tred.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Kraj toka podataka označen je brojem -1.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199422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Funkcija available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517211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Funkcija available služi za provjeru koliko se najmanje bajtova u datom trenutku može pročitati sa ulaznog stream-a bez blokiranja.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Ako je u stream-u samo bajt koji označava kraj stream-a, funk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ija available vraća 0.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092372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Funkcija close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6356239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Pozivom funkcije close, stream se zatvara i oslobađaju se svi fajl handl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e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-ovi, portovi i ostali resursi koje je on zauzimao.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Ako je stream držao otvorenom mrežnu konekciju, i ona se zatvara.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Ako zaboravimo da zatvorimo stream kada završimo s njim, dovodimo do curenja fajl handle-ova, portova, konekcija, itd. u programima koji se dugo izvršavaju.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Ova funkcija koristi se i za ulazne i izlazne stream-ove.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936279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Filtri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80696175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8333" lnSpcReduction="10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Objekti InputStream i OutputStream klasa mogu raditi samo sa sirovim bajtima.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Dodjeljivanje značenja tim bajtovima je zadatak programera. 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Da li će to biti cijeli ili realni brojevi, tekst ili nešto drugo.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Filtri olakšavaju rad programerima i omogućavaju mu jednostavan rad sa različitim formatima.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Na primjer ASCII i Unicode za tekst, ZIP format za datoteke, itd.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Filtri se vežu u lance.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Svaki filtar u lancu se sa prethodnim filtrom ili sa input ili output stream-om veže preko konstruktora.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Filter output streams sadrže write, close i flush funkcije.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Filter input streams sadrže read, close i available funkcije.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Filtri u Javi postoje u dva oblika: 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FilterStreams – rade operacije sa sirovim bajtima (npr. </a:t>
            </a: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k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ompresija</a:t>
            </a: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, baferovanje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),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Readers i Writers – rade sa tekstom u različitim encoding formatima.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00599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Filtri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58849069" name="Picture 159" descr=""/>
          <p:cNvPicPr/>
          <p:nvPr/>
        </p:nvPicPr>
        <p:blipFill rotWithShape="1">
          <a:blip r:embed="rId3"/>
          <a:stretch/>
        </p:blipFill>
        <p:spPr bwMode="auto">
          <a:xfrm>
            <a:off x="838080" y="1825560"/>
            <a:ext cx="10514880" cy="4350600"/>
          </a:xfrm>
          <a:prstGeom prst="rect">
            <a:avLst/>
          </a:prstGeom>
          <a:ln w="0">
            <a:noFill/>
          </a:ln>
        </p:spPr>
      </p:pic>
      <p:pic>
        <p:nvPicPr>
          <p:cNvPr id="448982388" name="Picture 160" descr=""/>
          <p:cNvPicPr/>
          <p:nvPr/>
        </p:nvPicPr>
        <p:blipFill rotWithShape="1">
          <a:blip r:embed="rId4"/>
          <a:stretch/>
        </p:blipFill>
        <p:spPr bwMode="auto">
          <a:xfrm>
            <a:off x="3886200" y="1825560"/>
            <a:ext cx="4571640" cy="48762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92767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BufferedStreams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3761530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1111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BufferedOutputStream – smje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šta podatke koji se upisuju u bafer dok se ne napuni ili dok se ne pozove funkcija flush.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Zatim prenosi bajte sljedećem stream-u u lancu.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Upisivanje više bajtova odjednom je gotovo uvijek efikasnije od upisivanja pojedinačnih bajtova.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BufferedInputStream – takođe skladišti podatke u bafer.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Poziv read metode najprije pokuša da pročita podatke iz bafera.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Tek ako je bafer prazan, čita se iz stvarnog izvora podataka i opet se puni bafer.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Kod komunikacije kroz mrežu, ovo i nije od prevelike pomoći jer je glavno usko grlo prenos podataka kroz mrežu.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138732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Readers and Writers (1)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9772808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Programeri su naviknuti da pišu programe kao da je sav tekst u ASCII formatu.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HTTP, kao i drugi mrežni protokoli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,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 radi sa različitim vrstama enkodinga za tekst (npr. ćirilica, kineska slova, arapska slova itd.)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Ovdje pravilo da je karakter=bajt pada u vodu.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Reader klase definišu API za čitanje karaktera.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Writer klase definišu API za pisanje karaktera.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Reader je osnovna apstraktna klasa koju nasljeđuju sve Reader klase.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Writer je osnovna apstraktna klasa koju nasljeđuju sve Writer klase.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83810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Readers and Writers (2)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6465326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Writer klasa sadrži nekoliko oblika metode write.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Reader klasa sadrži različite verzije metode read.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Primjeri Reader i Writer klasa: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FileReader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FileWriter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BufferedReader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BufferedWriter 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PrintWriter – System.out je vrsta PrintWriter-a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124027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InputStreamReader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3251285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InputStreamReader je najvažnija potklasa Reader klase.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Objekat ove klase čita bajte iz osnovnog input stream-a (npr. TelnetInputStream) i konvertuje pročitane bajte u karaktere u navedenom enkodingu.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Konstruktori: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InputStreamReader(InputStream in)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InputStreamReader(InputStream in, String encoding)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throws UnsupportedEncodingException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196827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OutputStreamWriter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99199571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OutputStreamWriter je najvažnija potklasa Writer klase.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Objekat ove klase prihvata karaktere iz Java programa i u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Konstruktor: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OutputStreamWriter(OutputStream out, String encoding)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throws UnsupportedEncodingException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593301" name="PlaceHolder 1"/>
          <p:cNvSpPr>
            <a:spLocks noGrp="1"/>
          </p:cNvSpPr>
          <p:nvPr>
            <p:ph type="title"/>
          </p:nvPr>
        </p:nvSpPr>
        <p:spPr bwMode="auto"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6000" b="0" strike="noStrike" spc="-1">
                <a:solidFill>
                  <a:schemeClr val="dk1"/>
                </a:solidFill>
                <a:latin typeface="Calibri Light"/>
              </a:rPr>
              <a:t>Soketi</a:t>
            </a:r>
            <a:endParaRPr lang="en-US" sz="6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7602053" name="PlaceHolder 2"/>
          <p:cNvSpPr>
            <a:spLocks noGrp="1"/>
          </p:cNvSpPr>
          <p:nvPr>
            <p:ph/>
          </p:nvPr>
        </p:nvSpPr>
        <p:spPr bwMode="auto"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9159260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Osnovni pojmovi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52458550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Soket je konekcija između dva hosta.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Soketi omogu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ćavaju programerima da tretiraju mrežnu konekciju kao bilo koji tok podataka.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Štite programera od detalja mrežnog prenosa podataka kao što su veličina paketa, dijeljenje paketa, rutiranje paketa, mrežnih adresa, itd.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23198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Operacije sa soketima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41385470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Otvaranje konekcije ka udaljenoj mašini.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Slanje podataka.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Prijem podataka.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Zatvaranje konekcije.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Vezivanje za port.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Osluškivanje dolaznih podataka.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Prihvatanje konekcija sa udaljenih mašina.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35771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Socket klasa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05368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Ovu klasu koriste i klijenti i serveri.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Program kreira soket pozivom konstruktora, a zatim se pokušava ostvariti konekcija.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Nakon što se konekcija uspostavi, oba hosta dobijaju input i output strimove pomoću kojih mogu slati i primati podatke.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Konekcija je full-duplex, što znači da oba hosta mogu simultano vršiti i slanje i prijem podataka.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6817930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Čitanje podataka kroz sokete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62717320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Funkcijom getInputStream() se iz soketa dobije ulazni tok iz kojeg se mogu čitati bajti podataka.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-time.nist.gov – day-time server at National Institute for Standards and Technology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try (Socket socket = new Socket("time.nist.gov", 13)) {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InputStream in = socket.getInputStream();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InputStreamReader reader = </a:t>
            </a: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new </a:t>
            </a: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InputStreamReader(in, "ASCII");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} 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catch (IOException ex) {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System.err.println("Could not connect to time.nist.gov");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}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01646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Pisanje podataka kroz sokete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47833859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Pisanje podataka pomoću soketa ne razlikuje se značajno od čitanja.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Funkcijom getOutputStream() se iz soketa dobije izlazni tok po kojem se može pisati.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Iako soketi omogućavaju istovremeno čitaju i pišu podaci, većina protokola ne funkcioniše na taj način.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Najčešće funkcionišu tako što klijent šalje zahtjeve a server ih obrađuje i odgovara na njih sve dok jedna strana ne zatvori konekciju.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35015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Zatvaranje soketa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58836105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public void 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close()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 -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 zatvara i ulazni i izlazni tok podataka.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public void 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shutdownInput()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 – zatvara ulazni tok podataka.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public void 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shutdownOutput()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 – zatvara izlazni tok podataka.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public boolean isInputShutdown()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public boolean isOutputShutdown()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34241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Konstruktori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88207281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Osnovni konstruktori: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Socket(String host, int port) throws UnknownHostException, IOException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Socket(InetAddress host, int port) throws IOException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public Socket() – za podešavanje opcija prije konekcije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 naredna dva konstruktora se specificira lokalni mrežni interfejs i port sa kojeg se vrši povezivanje: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Socket(String host, int port, InetAddress interface, int localPort)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throws IOException, UnknownHostException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Socket(InetAddress host, int port, InetAddress interface, int localPort)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throws IOException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599301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Čitanje informacija o soketu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19681506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public InetAddress getInetAddress()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public int getPort()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public InetAddress getLocalAddress()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public int getLocalPort()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Nema odgovarajućih setter-a.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690065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Ostale metode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6537666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public boolean isClosed() – da li je soket zatvoren ili nije nikada bio otvoren.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public boolean isConnected() – da li je soket ikada bio konektovan na udaljeni host.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boolean connected = socket.isConnected() &amp;&amp; !socket.isClosed();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public boolean isBound() – da li je soket vezan za izlazni port na lokalnom sistemu.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5105897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Opcije za sokete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7176496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Java podr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žava 9 opcija za klijent sokete.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914400" lvl="1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TCP_NODELAY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914400" lvl="1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SO_TIMEOUT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914400" lvl="1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SO_LINGER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914400" lvl="1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SO_SNDBUF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914400" lvl="1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SO_RCVBUF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914400" lvl="1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SO_KEEPALIVE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914400" lvl="1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OOBINLINE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914400" lvl="1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SO_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REUSE</a:t>
            </a: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ADDR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914400" lvl="1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IP_TOS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991523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TCP_NODELAY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02149246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Metode: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setTcpNoDelay(boolean on)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boolean getTcpNoDelay()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Postavljanje ove opcije na true osigurava da se paketi šalju što je prije moguće, bez obzira na njihovu veličinu.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Obično se manji paketi spajaju u veće i šalju zajedno.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Prije slanja sljedećeg paketa, host čeka da mu stigne potvrda prijema prethodno poslatog paketa.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10785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Algoritam Nagle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6211204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Koristi se za poboljšanje efikasnosti TCP/IP mreža smanjenjem broja paketa koji se šalju kroz mrežu.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Manji paketi spajaju u veće i šalju zajedno.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Prije slanja sljedećeg paketa, host čeka da mu stigne potvrda prijema prethodno poslatog paketa.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Problem nastaje ako udaljeni host ne šalje potvrde dovoljno brzo.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Ovo je posebno problematično za aplikacije koje zavise od stabilnog prenosa male količine podataka (npr. online igrice ili grafika).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Postavljanjem TCP_NODELAY na true se zaobilazi ovaj problem.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0517491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SO_LINGER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42454349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6666" lnSpcReduction="10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Metode: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setSoLinger(boolean on, int seconds)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int getSoLinger()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Ova opcija naznačava šta se radi sa paketima koji nijesu poslati kada se soket zatvori.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Podrazumijevano, close() metod 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 izvršava odmah.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Ako je SO_LINGER true i vrijeme u sekundama pozitivno, soket se nakon poziva operacije close() drži otvorenim u zadatom vrijeme kako bi se podaci poslali i primile potvrde.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Maksimalno vrijeme čekanja je 65535 sekundi (18 časova).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2565500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SO_TIMEOUT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9870480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Metode: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setSoTimeout(int milliseconds)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int getSoTimeout()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Podrazumijevano, kada sa read() funkcijom čitate podatke iz soketa, nit se blokira koliko god je potrebno dok bajtovi ne dođu do odredišta.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Setovanjem SO_TIMEOUT opcije se osigurava da se ovo čekanje prekine nakon datog broja milisekundi.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Kada istekne predviđeno vrijeme, baca se InterruptedIOException, ali soket ostaje konektovan (može se kasnije opet pokušati read).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07608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SO_RCVBUF </a:t>
            </a: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i</a:t>
            </a: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 SO_SNDBUF</a:t>
            </a: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 (1)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29771644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8333" lnSpcReduction="10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Ranije smo vidjeli da se korišćenjem bafera mogu poboljšati performanse mrežnih aplikacija.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SO_RCVBUF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 predstavlja veličinu bafera koji se koristi za čitanje.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SO_SNDBUF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 predstavlja veličinu bafera koji se koristi za slanje.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Veći baferi odgovaraju aplikacijama koje prenose velike blokove podataka (npr. FTP i HTTP).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Manji baferi odgovaraju aplikacijama koji prenose manje jedinice podataka (npr. online igrice).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1692714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SO_RCVBUF </a:t>
            </a: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i</a:t>
            </a: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 SO_SNDBUF</a:t>
            </a: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 (2)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61595947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4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Metode: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setReceiveBufferSize(int size)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throws SocketException, IllegalArgumentException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int getReceiveBufferSize()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setSendBufferSize(int size)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throws SocketException, IllegalArgumentException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int getSendBufferSize()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Veličina se zadaje u bajtovima.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Ove metode samo sugerišu kolika bi veličina bafera trebalo da bude, međutim to se ne mora ispoštovati.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Uglavnom, ukoliko se pokaže da naša aplikacija ne koristi u potpunosti dostupni bandwith, treba pokušati sa povećavanjem veličine bafera.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 suprotnom, ako se detektuje da aplikacije pravi zagušenje na mreži, treba smanjiti veličinu bafera.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Veličina bafera kontroliše se i od strane operativnih sistema. Oni skaliraju veličinu bafera i prilagođavaju je brzini mreže, stoga ove opcije uglavnom nema potrebe mijenjati.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81059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SO_KEEPALIVE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9889854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6666" lnSpcReduction="10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Metode: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setKeepAlive(boolean on)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boolean getKeepAlive()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Ako je ova opcija setovana, soket povremeno šalje pakete preko neaktivne konekcije kako bi se uvjerio da je server i dalje aktivan.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Ovo se obično vrši na svaka 2 sata. 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Ukoliko se ne dobije odgovor u roku od 12 minuta, klijent zatvara soket.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Ova opcija je podrazumijevano isključena, što znači da bi soket ka neaktivnom serveru zauvijek ostao otvoren.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619310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Urgentni podaci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27699316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TCP sadrži koncept „urgentnih“ podataka. 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Kada proces preko soketa primi urgentne podatke, može ih obraditi prije svih ostalih.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Metod za slanje urgentnih podataka kroz soket: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sendUrgentData(int data) throws IOException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Ovaj metod šalje najniži bajt podataka odmah. Ako je potrebno, svi keširani podaci se brišu.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70035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Obrada urgentnih podataka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4895685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Način obrade urgentnih podataka na prijemnoj strani varira od platforme do platforme (od API-a, do API-a).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Neki sistemi primaju urgentne podatke nezavisno od regularnih podataka.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Međutim najčešći pristup je da se urgentni podaci smjeste u isti bafer, pa da ih aplikacija traži u baferu i obrađuje nakon što joj se to i naznači.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6915931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OOBINL</a:t>
            </a: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I</a:t>
            </a: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NE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89464421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Metode: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setOOBInline(boolean on)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boolean getOOBInline()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Java podrazumijevano ignoriše urgentne podatke.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Setovanjem ove opcije, urgentni podaci će biti postavljeni na ulazni tok soketa kako bi mogli biti obrađeni.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23321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SO_REUSEADDR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215883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3333" lnSpcReduction="10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Metode: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setReuseAddress(boolean on)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boolean getReuseAddress()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Ova opcija je takođe podrazumijevano isključena.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Ukoliko je setovana, soketu se dozvoljava da se ve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že na port koji koristi neki drugi soket.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Koristi se u multicast komunikaciji.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setReuseAddress(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true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)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 se mora pozvati prije vezivanja soketa za port.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Ovo znači da se soket mora napraviti uz pomoć konstruktora bez argumenata.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3862707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IP_TOS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5165841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6666" lnSpcReduction="10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Metode: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int getTrafficClass()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setTrafficClass(int trafficClass)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Ova opcija definiše vrstu servisa koju konekcija želi da koristi, tj. naznačava se mreži koji bandwith je potreban našoj aplikaciji.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Ova informacija će biti dodata u zaglavlja IP paketa.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Argument u set metodi uzima v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r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ijednosti od 0 do 255.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Veća vrijednost traficClass argumenta ne znači i veću brzinu.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Ne treba uvijek tražiti najveći mogući bandwi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d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th, jer se na taj način zagušuje mreža.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35016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Differentiated</a:t>
            </a:r>
            <a:br>
              <a:rPr sz="4400"/>
            </a:b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Services Code Point </a:t>
            </a: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- </a:t>
            </a: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DSCP</a:t>
            </a: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 (1)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0067996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Prvih 6 bita traficClass predstavljaju DSCP koji određuje klasu servisa.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Postoje 64 različite klase.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Svaka mreža može nezavisno odrediti značenje svake od ovih vrijednosti, ali najčešća podjela data je u tabeli ispod.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47494876" name="Picture 3" descr=""/>
          <p:cNvPicPr/>
          <p:nvPr/>
        </p:nvPicPr>
        <p:blipFill rotWithShape="1">
          <a:blip r:embed="rId3"/>
          <a:stretch/>
        </p:blipFill>
        <p:spPr bwMode="auto">
          <a:xfrm>
            <a:off x="1975320" y="4099680"/>
            <a:ext cx="8667000" cy="21232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790877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Differentiated</a:t>
            </a:r>
            <a:br>
              <a:rPr sz="4400"/>
            </a:b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Services Code Point </a:t>
            </a: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– </a:t>
            </a: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DSCP</a:t>
            </a: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 (2)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01635980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7222" lnSpcReduction="10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DSCP vrijednosti nijesu garant kvaliteta servisa.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Uglavnom se u LAN mrežama poštuju, ali se na 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I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nternetu gotovo sigurno 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ignorišu.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Alternativni način da se definišu preference u pogledu brzine slanja 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paketa je funkcija: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setPerformancePreferences(int connectionTime,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int latency, int bandwidth)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Vrijednosti koje se zadaju kao argumenti ove funkcije označavaju 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prioritet odgovarajuće karakteristike komunikacije.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Npr. ako je connectionTime=2, latency=1 i bandwith=3, bandwith ima 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najveći prioritet, pa zatim connectionTime, pa latency.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  <a:ea typeface="Noto Sans CJK SC"/>
              </a:rPr>
              <a:t>GetTrafficClass – se implementira na sloju mreže, </a:t>
            </a: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setPerformancePreferences više </a:t>
            </a: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sugestija šta izabrati kada se uspostavlja konekcija. Npr. wifi ili ethernet.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166547" name="PlaceHolder 1"/>
          <p:cNvSpPr>
            <a:spLocks noGrp="1"/>
          </p:cNvSpPr>
          <p:nvPr>
            <p:ph type="title"/>
          </p:nvPr>
        </p:nvSpPr>
        <p:spPr bwMode="auto"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6000" b="0" strike="noStrike" spc="-1">
                <a:solidFill>
                  <a:schemeClr val="dk1"/>
                </a:solidFill>
                <a:latin typeface="Calibri Light"/>
              </a:rPr>
              <a:t>Server soketi</a:t>
            </a:r>
            <a:endParaRPr lang="en-US" sz="6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6138099" name="PlaceHolder 2"/>
          <p:cNvSpPr>
            <a:spLocks noGrp="1"/>
          </p:cNvSpPr>
          <p:nvPr>
            <p:ph/>
          </p:nvPr>
        </p:nvSpPr>
        <p:spPr bwMode="auto"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280514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Serveri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93159113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Za potpunu komunikaciju nijesu dovoljni samo procesi koji zapo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č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inju komunikaciju i 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šalju odgovarajuće zahtjeve.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Potreban je i proces na 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d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rugom kraju komunikacionog kanala da te zahtjeve obradi.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Takav proces naziva se server.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Serveri su procesi koji treba da budu stalno aktivni i prihvataju konekcije i zahtjeve klijenata za koje se ne zna u kom trenutku će biti otvorene.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34264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ServerSocket klasa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2319469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ServerSocket klasa u Javi se koristi za kreiranje servera.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Server soket „osluškuje“ odgovarajući port i kada neki klijent pokuša da ostvari konekciju, server opsluži taj zahtjev i ukoliko je konekcija uspješna vrati soket između dva hosta.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</a:tabLst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Kada se konekcija uspostavi, prenos podataka vrši se regularnim soketom.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10860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Serveri u Javi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5592530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Životni ciklus server procesa napisanog u jeziku Java: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914400" lvl="1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Kreira se novi ServerSocket objekat na odabranom portu pomoću konstruktora.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914400" lvl="1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ServerSocket osluškuje dolazeće pokušaje konekcije na tom portu korišćenjem accept() metode.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914400" lvl="1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Nakon uspješne konekcije nekog klijenta, pozivom metoda getInputStream() i getOutputStream() dobijaju se tokovi podataka preko kojih se komunicira sa klijentom.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914400" lvl="1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Komunikacija se odvija prema dogovorenom protokolu.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914400" lvl="1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Server ili klijent ili obojica zatvaraju konekciju.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914400" lvl="1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Server se vraća na korak 2 da čeka narednu konekciju.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2388302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Serveri sa više tredova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92596653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3333" lnSpcReduction="10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 većini aplikacija nije praktično obrađivati konekcije jednu po jednu.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Jedan spori klijent mogao bi značajno uticati na kvalitet komunikacije ostalih.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Staromodni server kreiraju novi proces za opslu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ž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ivan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j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e svake konekcije.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Tredovi mnogo manje opterećuju server.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Java programi mogu kreirati novi tred kada je potrebno istovremeno obraditi više konekcija.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Ako je protokol jednostavan, nema potrebe za kreiranjem novih tredova.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026770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Red za smještanje konekcija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15434390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7222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Operativni sistem na kojem se izvršava server skladišti dolazeće konekcije ka određenom portu u red.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Kada se ovaj red napuni sa neobrađenim konekcijama, host odbija sve naredne konekcije ka tom portu dok se neko od mjesta u redu ne oslobodi.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Većina klijenata će nekoliko puta uzastopno pokušati da se konektuje.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Podrazumijevana dužina ovog reda u Javi je 50, ali može varirati u zavisnosti od operativnog sistema.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Ova dužina se može mijenjati preko konstruktora ServerSocket klase.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Dužina reda ne može biti veća od one koju specificira operativni sistem.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2670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Zatvaranje server soketa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89125872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Server soket se obavezno treba zatvoriti kada više nije potreban.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Zatvaranje server soketa nije isto što i zatvaranje soketa.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Zatvar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a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njem server soketa se oslobađa port za druge procese koji ga žele koristiti i prekidaju se svi trenutno otvoreni soketi koje je server soket prihvatio.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Funkcija close() iz klase ServerSocket služi za zatvaranje soketa.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Kada se 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erver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 s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oket zatvori ne može se opet vezati, čak ni za isti port.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591010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Konstruktori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9591598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1111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Postoje 4 tipa konstruktora u ServerSocket klasi: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ServerSocket(int port) throws BindException, IOException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ServerSocket(int port, int queueLength)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throws BindException, IOException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ServerSocket(int port, int queueLength, InetAddress bindAddress) throws IOException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ServerSocket() throws IOException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Ovim konstruktorima zadaje se port i dužina reda za smještanje konekcija.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Ako se kao broj porta preda broj 0, sistem će sam dodijeliti port serveru.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Podrazumijevano, server soket osluškuje konekcije na svim mrežnim interfejsima hosta. Korišćenjem trećeg konstruktora, može se specificirati samo jedan od interfejsa na kojem će se osluškivati.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54473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Metoda bind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9730478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Konstruktor bez argumenata se koristi kada je prije konekcije ServerSocket-u potrebno podesiti odgovarajuće opcije.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Metoda bind se koristi za ovo naknadno povezivanje.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Postoje dva oblika ove metode: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bind(SocketAddress endpoint) throws IOException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bind(SocketAddress endpoint, int queueLength) throws IOException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8499390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Čitanje informacija o ServerSocket-u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49540130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public InetAddress getInetAddress() – adresa na kojoj je konektovan ServerSocket. Ako ima više adresa, vratiće jednu od njih.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public int getLocalPort()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 – port na kojem je konektovan ServerSocket.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935053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Opcije za server sokete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08893795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Za 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erver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 s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okete Java podržava tri opcije: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914400" lvl="1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SO_TIMEOUT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914400" lvl="1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SO_REUSEADDR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914400" lvl="1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SO_RCVBUF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3426574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SO_TIMEOUT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58848840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Ova opcija predstavlja količinu vremena u milisekundama koliko accept() metoda čeka na konekciju.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Ukoliko je SO_TIMEOUT jednak 0, čekanje je beskonačno. Ovo je podrazumijevana vrijednost.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Rijetko se mijenja.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Metode: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setSoTimeout(int timeout)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int getSoTimeout() throws IOException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Odbrojavanje počinje kada se pozove metod accept().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20966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SO_REUSEADDR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96387995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Ova opcija ima slično značenje kao kod klijent soketa.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Njom se određuje da li se novi soket može vezati na prethodno korišćeni port dok još uvijek ima podataka koji se prenose mrežom namijenjenih prethodnom server soketu.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Metode: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boolean getReuseAddress()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setReuseAddress(boolean on)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799729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SO_RCVBUF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1230674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Metode: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int getReceiveBufferSize()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setReceiveBufferSize(int size)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Ovom opcijom se definiše podrazumijevana veličina bafera za čitanje za svakog klijenta koji se konektuje.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Ovo je isto kao kada bi za svakog klijenta posebno definisali SO_RCVBUF.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1762180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Metoda </a:t>
            </a: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setPerformancePreferences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5113193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public void setPerformancePreferences(int connectionTime, int latency,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int bandwidth)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Pozivom ove metode se navode preference u pogledu vremena konekcije, kanšnjenja i propusnog opsega.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9080072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Ostale metode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1986270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public boolean isClosed() – da li je server soket zatvoren ili nikada nije bio otvoren.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public boolean isBound() – da li je server soket ikada bio vezan za port. 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boolean open = serverssocket.isBound() &amp;&amp; !serversocket.isClosed();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8439692" name="PlaceHolder 1"/>
          <p:cNvSpPr>
            <a:spLocks noGrp="1"/>
          </p:cNvSpPr>
          <p:nvPr>
            <p:ph type="title"/>
          </p:nvPr>
        </p:nvSpPr>
        <p:spPr bwMode="auto"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6000" b="0" strike="noStrike" spc="-1">
                <a:solidFill>
                  <a:schemeClr val="dk1"/>
                </a:solidFill>
                <a:latin typeface="Calibri Light"/>
              </a:rPr>
              <a:t>HTTP</a:t>
            </a:r>
            <a:endParaRPr lang="en-US" sz="6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95096788" name="PlaceHolder 2"/>
          <p:cNvSpPr>
            <a:spLocks noGrp="1"/>
          </p:cNvSpPr>
          <p:nvPr>
            <p:ph/>
          </p:nvPr>
        </p:nvSpPr>
        <p:spPr bwMode="auto"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4489917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Definicija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64747608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HTTP 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je standardizovani protokol kojim se 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defin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iše način komunikacije između web klijenta i web servera.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Koristi se za prenos HTML stranica, slika, videa. Zapravo bilo čega što se može predstaviti bajtovima (data format agnostic).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HTTP konekcije koriste TCP/IP za prenos podataka.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65888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Komunikacija HTTP-om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3495109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5000" lnSpcReduction="10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Komunikacija HTTP 1.0 sastoji se iz 4 koraka: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Klijent otvara TCP konekciju ka serveru na portu 80 (podrazumijevano).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Klijen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t</a:t>
            </a: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š</a:t>
            </a: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alje poruku 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serveru zahtijevajući neki resurs na specificiranoj putanji.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Server šalje odgovor klijentu.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Server zatvara konekciju.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 HTTP 1.1 i kasnijim verzijama moguće je više zahtjeva poslati istom konekcijom.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HTTP 2.0 dodatno optimizuje prenos podataka koristeći pipelining i kompresiju zaglavlja. 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Svaki zahtjev i odgovor imaju identičan oblik: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Linija zaglavlja (sadrži kod za odgovor),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HTTP zaglavlje sa metapodacima,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Prazna linija,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Tijelo sa podacima.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07075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Primjer HTTP zahtjeva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1940662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GET /index.html HTTP/1.1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pt-BR" sz="2400" b="0" strike="noStrike" spc="-1">
                <a:solidFill>
                  <a:schemeClr val="dk1"/>
                </a:solidFill>
                <a:latin typeface="Calibri"/>
              </a:rPr>
              <a:t>User-Agent: Mozilla/5.0 (Macintosh; Intel Mac OS X 10.8; rv:20.0)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Gecko/20100101 Firefox/20.0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Host: en.wikipedia.org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Connection: keep-alive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Accept-Language: en-US,en;q=0.5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Accept-Encoding: gzip, deflate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Accept: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text/html,application/xhtml+xml,application/xml;q=0.9,*/*;q=0.8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89583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HTTP zahtjev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99156000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Prva linija (linija zaglavlja) sadrži metod, putanju do resursa i verziju HTTP-a.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Metod označava operaciju koju server treba da izvrši.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Linija zaglavlja je jedina obavezna, ali se obično u okviru 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HTTP 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zaglavlja serveru šalju i druge informacije u sljedećem obliku: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Keyword: Value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Keywords nijesu case-sensitive.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Values nekada jesu nekad nijesu.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33847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Accept keyword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0787022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Naznaka serveru koje tipove podataka klijent može prihvatiti.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Vrijednosti su date u dva nivoa: type/subtype.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Primjeri: text/html, text/plain, application/json, image/jpg, image/gif, itd.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75260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Keep-Alive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77410503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Otvaranje konekcije za svaki zahtjev je neoptimalno.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Vrijeme potrebno za otvaranje i zatvaranje konekcije može značajno nadmašiti vrijeme potrebno za prenos podataka.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Ovo pogotovo važi za enkriptovane HTTPS konekcije.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Dodavanjem para Connection: Keep-Alive u zaglavlje, klijent naznači serveru da će koristiti ovu konekciju i za buduće prenose podataka.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Ove konekcije se podrazumijevano otvaraju, ukoliko nije navedeno drugačije.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4517904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Primjer HTTP odgovora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47124048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8333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HTTP/1.1 200 OK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Date: Sun, 21 Apr 2013 15:12:46 GMT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Server: Apache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Connection: close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Content-Type: text/html; charset=ISO-8859-1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Content-length: 115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&lt;html&gt;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&lt;head&gt;&lt;title&gt;A Sample HTML file&lt;/title&gt;&lt;/head&gt;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&lt;body&gt;The rest of the document goes here&lt;/body&gt;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&lt;/html&gt;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9948334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HTTP metode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37969411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8333" lnSpcReduction="10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Postoje 4 glavna HTTP  metoda: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GET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PUT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DELETE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POST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Pored toga koriste se još i: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HEAD – vraća samo zaglavlje HTTP odgovora (za provjeru postojanja resursa).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OPTIONS – za dobijanje odgovora šta je moguće uraditi sa resursom.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TRACE – za debugging.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COPY i MOVE – Java ih ne podržava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9774957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GET metoda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6164905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Koristi se za preuzimanje određenog resursa.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GET zahtjev može se ponoviti više puta, bez obzira da li 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j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e uspješan ili ne.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Odgovor na GET zahtjev se obično kešira, ali se to može kontrolisati.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Može se bookmarkovati.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4155143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PUT metoda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36387342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Koristi se za postavljanje resursa na dati URL na serveru.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PUT metoda je idempotentna, tj. nakon ponavljanja istog PUT zahtjeva server će biti u istom stanju.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Postavljanje istog dokumenta na istu putanju na serveru više puta neće promijeniti njegovo stanje.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49188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DELETE metoda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11813735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Koristi se za uklanjanje resursa na datom URL-u sa servera.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DELETE metoda je takođe idempotentna.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Brisanje istog resursa više puta neće dovesti do greške.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56459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POST metoda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18967996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Najopštija HTTP metoda.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Slično kao PUT postavlja resurs na server na zadatom URL-u, ali ne specificira šta server treba da uradi sa tim resursom.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Na primjer, server ne mora resurs učiniti dostupnim na datom URL-u.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Server može iskorititi ovaj resurs da promijeni stanje nekog drugog resursa na serveru.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POST metod treba koristiti za operacije koje ne treba ponavljati više puta (npr. plaćanja).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21079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Kada koristiti koju metodu?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3686661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PUT, DELETE i POST se ne mogu bookmarkovati.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Namijenjene su za akcije koje vrše izmjenu resursa na serveru.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POST metoda se u praksi previše koristi.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Koristiti GET kada god se ne vrše izmjene na resursima.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Moderni web browseri podržavaju URL-ove do 2000 karaktera.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Ukoliko bi GET zahtjev bio duži od ovoga, moramo ga realizovati kao POST.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17771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Primjer POST zahtjeva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2415749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POST /cgi-bin/register.pl HTTP 1.0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Date: Sun, 27 Apr 2013 12:32:36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Host: www.cafeaulait.org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Content-type: application/x-www-form-urlencoded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Content-length: 54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username=Elliotte+Harold&amp;email=elharo%40ibiblio.org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73959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HTTP serveri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62980337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7222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HTTP serveri izvršavaju različite vrste zadataka: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Šalju fajlove klijentima,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Prevode URL-ove u putanje u lokalnom sistemu,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Obrađuju GET i POST zathjeve,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Itd.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Postoje HTTP serveri opšte namjene kao što je Apache koji koriste kada se kreiraju aplikacije koje odgovaraju na sve ove tipove zahtjeva.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Međutim, aplikacije sa specifičnom namjenom se mogu značajno optimizovati ako se koristi HTTP server napravljen samo za tu svrhu.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Sajtovi sa ogromnom količinom podataka a specifičnom namjenom (npr. Google) su dobri kandidati za posebno skrojene HTTP servere.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74029" name="PlaceHolder 1"/>
          <p:cNvSpPr>
            <a:spLocks noGrp="1"/>
          </p:cNvSpPr>
          <p:nvPr>
            <p:ph type="title"/>
          </p:nvPr>
        </p:nvSpPr>
        <p:spPr bwMode="auto"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6000" b="0" strike="noStrike" spc="-1">
                <a:solidFill>
                  <a:schemeClr val="dk1"/>
                </a:solidFill>
                <a:latin typeface="Calibri Light"/>
              </a:rPr>
              <a:t>UDP</a:t>
            </a:r>
            <a:endParaRPr lang="en-US" sz="6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7895541" name="PlaceHolder 2"/>
          <p:cNvSpPr>
            <a:spLocks noGrp="1"/>
          </p:cNvSpPr>
          <p:nvPr>
            <p:ph/>
          </p:nvPr>
        </p:nvSpPr>
        <p:spPr bwMode="auto"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46951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UDP protokol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4588360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Za razliku od TCP protokola, UDP protokol ne garantuje pouzdanost.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UDP datagrami dodaju veoma malu koli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činu informacija na postojeće IP datagrame.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Ne garantuje se ni da će podaci na odredište stići istim redosljedom kojim su i poslati, odnosno da će redosljed biti rekonstruisan.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Ukoliko su neke od ovih karakteristika komunikacije potrebne, moraju se implementirati u aplikativnom sloju.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414773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Java klase za UDP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35275087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7222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Podrška u Javi za UDP protokol podijeljena je u dvije klase: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DatagramPacket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DatagramSocket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DatagramPacket klasa predstavlja UDP pakete.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DatagramSocket se koristi za slanje i prijem DatagramPacket-a.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Slanje 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podataka se vrši tako što se podaci „zapakuju“ u DatagramPacket, a zatim se taj objekat pošalje preko DatagramSocket-a.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Prijem podataka sprovodi se učitavanjem podataka iz DatagramSocket-a u objekat klase DatagramPacket i ispitivanjem sadržaja tog objekta.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62806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Razlike sa TCP </a:t>
            </a: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Java </a:t>
            </a: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soketima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42158912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3333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Ne postoji ServerSocket (DatagramServerSocket) klasa za UDP.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Ne radi se sa strimovima, već se svi podaci upisuju u DatagramPacket.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UDP ne poznaje pojam konekcije između dva hosta.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Prilikom otvaranja UDP soketa ne navode se IP adresa i port odredišta.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Jedan DatagramSocket može istovremeno slati i primati podatke  od više nezavisnih hostova.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Ako su data dva nezavisna paketa, kod UDP-a ne postoji način da se odredi koji je poslat prije.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1068121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DatagramPacket klasa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07568790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Ova klasa reprezentuje UDP datagrame.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Mogu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će o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peracije: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Definisanje izvorišne i odredišne adrese za datagram.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Definisanje izvorišnog i odredišnog porta za datagram.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Pribavljanje informacija o adresama, portovima i dužini datagrama.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652164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Konstruktori DatagramPacket klase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38231568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Postoje različiti konstruktori DatagramPacket klase.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Njihova upotreba zavisi od toga da li se podaci šalju ili primaju.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Ovo nije uobičajen način za korišćenje konstruktora. U većini klasa različiti konstuktori omogućavaju definisanje različitih informacija prilikom kreiranja objekta, a ne kreiranje različitih vrsta objekata.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Ipak, postoji određene sličnosti među ovim konstruktorima. Svi konstruktori kao jedan od argumenata imaju niz bajtova u koji se smještaju podaci i argument koji predstavlja dužinu ovog niza.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5533184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Konstruktori za prijem podataka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00303397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1111" lnSpcReduction="10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Konstruktorima za prijem podataka se predaju samo podaci o nizu u koji će podaci koji dođu preko soketa biti upisani. Data su sljedeća dva konstruktora: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DatagramPacket(byte[] buffer, int length)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 – argumenti su niz bajta u koji se upisuju podaci, do navedene dužine ili do kraja paketa.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DatagramPacket(byte[] buffer, int offset, int length)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 – argument offset predstavlja indeks sa kojeg se počinje upisivanje u niz buffer.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Argument length mora biti manji ili jednak buffer.length-offset inače se baca IllegalArgumentException.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Java konstuktori ne postavljaju ograničenja u pogledu veličine bafera, ali većina implementacija UDP-a ne podržava datagrame veće od 8192 bajtova.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Prevelike datagrame bi mreža mogla odbaciti, a iz Java programa se to ne bi moglo doznati.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054897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Konstruktori za slanje podataka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46901900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Ovim konstruktorima se takođe predaju bafer i broj bajtova iz tog bafera koji će biti upisan u datagram (length), ali pored toga neophodno je specificirati adresu i port na koji će se datagram poslati. Za slanje podataka postoje četiri konstruktora (u nastavku su data dva):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public DatagramPacket(byte[] data, int length, InetAddress destination, int port)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public DatagramPacket(byte[] data, int offset, int length, InetAddress destination, int port)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Argument length treba da bude manji ili jednak buffer.length – offset.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95622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Metode u klasi DatagramPacket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14778518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1666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Metode za čitanje podataka: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public InetAddress getAddress() – adresa hosta koji je poslao datagram (prilikom prijema), adresa hosta na koji se šalje datagram (prilikom slanja),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int getPort()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 – analogno getAddress,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public byte[] getData() – vraća niz bajtova koji sadrži podatke iz datagrama,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int getLength()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,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int get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Offset</a:t>
            </a: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()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Konstruktori su u većini situacija dovoljni za setovanje podataka u datagramu, ali postoje i odgovarajuće metode: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setData(byte[] data)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setData(byte[] data, int offset, int length)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setAddress(InetAddress remote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)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setPort(int port)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public void setLength(int length)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732450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DatagramSocket klasa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82237491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3333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Da bi mogli slati ili primati DatagramPacket-e, moramo otvoriti DatagramSocket.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Svi DatagramSocket-i se vezuju za lokalni port na kojem očekuju podatke ili koji stavljaju kao 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i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zvorišni u datagramima koje šalju.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Kada se piše server taj port mora biti unaprijed zadat, kako bi klijenti znali gdje da šalju zahtjeve.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Kada se piše klijent, odnosno program koji inicira komunikaciju, njemu može biti dodijeljen proizvoljni port. Server će poslati odgovor na izvorišnu adresu i port primljenog zahtjeva. 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Odredišna adresa i port se ne navode.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206580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Konstruktori DatagramSocket klase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80490791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DatagramSocket klasa ima pet konstruktora. U nastavku su navedena tri: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DatagramSocket() throws SocketException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 – kada nas ne interesuje za koji lokalni port će se soket vezati (npr. kod procesa koji inicira komunikaciju).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public DatagramSocket(int port)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DatagramSocket(int port, InetAddress interface)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SocketException se može desiti ukoliko se soket ne može vezati za željeni port zbog nedovoljnih privilegija ili zauzetosti porta.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5330540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Slanje i prijem datagrama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2255233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DatagramSocket klasa može slati datagrame na više hostova pozivom metode: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send(DatagramPacket dp) throws IOException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Za prijem datagrama i popunjavanje odgovarajućeg DatagramPacket objekta koristi se sljedeći metod: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receive(DatagramPacket dp) throws IOException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 – ovaj metod blokira tred dok datagram paket ne stigne.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15566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Ostale metode DatagramSocket klase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1619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7222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public void close()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 – zatvaranje DatagramSocket-a.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public int getLocalPort()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 – vraća port na koji je soket vezan.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public InetAddress getLocalAddress()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 – vraća IP adresu na kojoj je vezan soket. 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public void connect(InetAddress host, int port)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 – ne pravi konekciju u klasičnom smislu, već ograničava soket na slanje i prijem podataka samo sa navedene adrese i navedenog porta.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public void disconnect()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 – poništava „konekciju“ napravljenu metodom connect.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public int getPort()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 i 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public int get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InetAddress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()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 – vraćaju port i adresu „konektovanog“ DatagramSocket-a.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61533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Opcije DatagramSocketa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1678865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Java podržava šest opcija za UDP sokete: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SO_TIMEOU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T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SO_RCVBUF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SO_SNDBUF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SO_REUSEADDR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SO_BROADCAST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IP_TOS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 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Većina ih ima isto/slično značenje kao za TCP sokete.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308327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SO_TIMEOUT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684825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6666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Predstavlja broj milisekundi koji se čeka na prijem datagrama nakon poziva receive() metode.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Ako je SO_TIMEOUT 0, čeka se beskonačno.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Zbog nepostojanja konekcije sa udaljenim hostom, ova opcija je mnogo važnija kod UDP-a nego kod TCP-a.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Mnogi problemi koji bi kod TCP soketa izazvali IOException, kod UDP soketa su neprimjetni.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Metode: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setSoTimeout(int timeout)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int getSoTimeout() throws IOException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896608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SO_RCVBUF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0617521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Predstavlja veličinu bafera koji se koristi za skladištenje dolaznih datagrama.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Dovoljno veliki baferi su mnogo važniji kod UDP protokola nego kod TCP protokola.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Ako TCP datagram stigne kada je bafer pun, on će biti ponovo poslat, dok se UDP datagram gubi. 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Metode: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setReceiveBufferSize(int size)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int getReceiveBufferSize() throws SocketException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 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582738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SO_SNDBUF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12540609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Ovom opcijom specificira se veličina bafera za slanje datagrama.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Metode: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setSendBufferSize(int size)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int getSendBufferSize() throws SocketException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 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076636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SO_REUSEADDR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72987146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Ova opcija se razlikuje od istoimene opcije za TCP sokete.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Kod UDP soketa se ovom opcijom kontroliše da li se više DatagramSocket-a može vezati za istu adresu i port.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Koristi se u multicast komunikaciji.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Metode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setReuseAddress(boolean on)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boolean getReuseAddress()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190490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SO_BROADCAST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5864750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Ovom opcijom se specificira da li soket može slati i primati pakete sa broadcast adresama.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Metode: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setBroadcast(boolean on)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boolean getBroadcast()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62782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IP_TOS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16972742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IP_TOS opcijom se specificira željeni kvalitet saobraćaja.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Ova postavka ne mora biti ispoštovana.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Metode: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int getTrafficClass()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setTrafficClass(int trafficClass)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3605224" name="PlaceHolder 1"/>
          <p:cNvSpPr>
            <a:spLocks noGrp="1"/>
          </p:cNvSpPr>
          <p:nvPr>
            <p:ph type="title"/>
          </p:nvPr>
        </p:nvSpPr>
        <p:spPr bwMode="auto"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6000" b="0" strike="noStrike" spc="-1">
                <a:solidFill>
                  <a:schemeClr val="dk1"/>
                </a:solidFill>
                <a:latin typeface="Calibri Light"/>
              </a:rPr>
              <a:t>Multicast komunikacija</a:t>
            </a:r>
            <a:endParaRPr lang="en-US" sz="6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67812399" name="PlaceHolder 2"/>
          <p:cNvSpPr>
            <a:spLocks noGrp="1"/>
          </p:cNvSpPr>
          <p:nvPr>
            <p:ph/>
          </p:nvPr>
        </p:nvSpPr>
        <p:spPr bwMode="auto"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5952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Unicast komunikacija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5080129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3333" lnSpcReduction="10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Soketi u prethodnim sekcijama koriste unicast komunikaciju.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Kod unicast komunikacije postoje dvije jasno definisan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a kraja (tačke) za slanje, odnosno prijem podataka.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Iako unicast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 (point-to-point)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 komunikacija pokriva ve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ćinu potreba, postoje aplikacije koje zahtijevaju drugačije modele komunikacije.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Primjeri ovih aplikacija su: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Video/audio konferencije,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	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Multiplayer igre,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Distribuirani fajl sistemi,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DNS sistemi.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180407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Multicast komunikacija (1)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6310304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Multicast komunikacija uključuje više prijemnika.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Za razliku od broadcast komunikacije, multicast je uža i odnosi se na određenu grupu prijemnika.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Multicast se može simulirati višestrukom unicast komunikacijom, ali ovo je nepraktično i zagušuje mrežu.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Međutim, napredak u razvoju mrežnih softvera unutar većine operativnih sistema kao i moderniji ruteri, omogućili su pravu multicast komunikaciju.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451353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Multicast komunikacija (2)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7907646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1111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 pravoj multicast komunikaciji pošiljalac ne adresira datagrame na svakog od prijemnika pojedinačno, već na multicast grupu.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Datagrami se ne repliciraju dok to nije neophodno.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Sve odluke o repliciranju se donose u ruterima i izvan su kontrole programera i mrežnog administratora.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Ruteri repliciraju datagrame tek kada dođu na granicu lokalne mreže u kojoj su hostovi iz multicast grupe.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Internet multicasting realizovan je nad UDP protokolom.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Multicasting nad TCP protokolom je izuzetno nepraktičan, jer TCP protokol zahtijeva da svi hostovi potvrde prijem datagrama.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Obrada ovih potvrda u multicast scenariju je prilično komplikovana.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410391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Multicast adresa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1999409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5000" lnSpcReduction="10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Multicast adresa je IP adresa koju dijeli grupa hostova koja se naziva multicast grupa.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Multicast grupe su otvorene.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Host se može učlaniti ili izaći iz grupe u bilo kom trenutku.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Multicast adrese su adrese iz CIDR grupe 224.0.0.0/4 (opseg 224.0.0.0 – 239.255.255.255). Odnosno sve adrese koje počinju sa bitovima 1110.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Neke multicast grupe su permanentne i imaju dodijeljenu adresu koja je konstantna, bilo da ima hostova u grupi ili ne.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Većina multicast grupa su nepostojane, tj. postoje samo dok ima članova u njima.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Da bi napravili novu multicast grupu u Javi, dovoljno je izabrati jednu adresu iz opsega (225.0.0.0 – 238.255.255.255) i kreirati InetAddress objekat sa tom adresom.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612263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Slanje i prijem multicast poruka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5980033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5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Slanje: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Kada host želi da pošalje multicast poruku, on podatke smješta u UDP datagrame i šalje ih na adresu multicast grupe.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Multicast poruke najčešće se šalju u lokalnoj mreži. Na primjer, u mreži jedne organizacije.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Za slanje multicast poruka izvan lokalne mreže, neophodno je postojanje multicast rutera.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Provjeru da li je vaša mreža povezana sa multicast ruterom možete izvršiti komandom: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000" b="0" strike="noStrike" spc="-1">
                <a:solidFill>
                  <a:schemeClr val="dk1"/>
                </a:solidFill>
                <a:latin typeface="Calibri"/>
              </a:rPr>
              <a:t>ping all-routers.mcast.net ili ping 224.0.0.2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Međutim, povezanost lokalne mreže na multicast ruter nije garant uspješne multicast komunikacije između više mreža. 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Za slanje multicast poruka između različitih mreža potrebno je da postoji kompletna putanja sa multicast ruterima.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Prijem: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Kada multicast poruka stigne do hosta koji je član multicast grupe, host je prima kao i bilo koji drugi UDP datagram.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755513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TTL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26861398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3333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 multicast komunikaciji TTL (Time-To-Live) polje u zaglavlju paketa je od izuzetne važnosti.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TTL, ugrubo, predstavlja maksimalan broj rutera kroz koje paket može proći prije nego bude odbačen.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Uveden je kako loše konfigurisani ruteri ne bi međusobno slali pakete do beskonačnosti.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TTL uzima vrijednosti od 0 do 255.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U multicast komunikaciji, ograničavanjem TTL vrijednosti se sprječava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 da paket ode predaleko.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Svaki ruter prije proslje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đ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ivanja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 paketa dekrementira TTL.</a:t>
            </a: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 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325477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TTL primjeri (gruba procjena)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884809555" name="Content Placeholder 3" descr=""/>
          <p:cNvPicPr/>
          <p:nvPr/>
        </p:nvPicPr>
        <p:blipFill rotWithShape="1">
          <a:blip r:embed="rId3"/>
          <a:stretch/>
        </p:blipFill>
        <p:spPr bwMode="auto">
          <a:xfrm>
            <a:off x="2000160" y="2458080"/>
            <a:ext cx="8190720" cy="3085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567311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Java klase za multicast komunikaciju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2027683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Za multicast komunikaciju u programskom jeziku Java koriste se klase DatagramPacket i MulticastSocket.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DatagramPacket je klasa koja se takođe koristi za unicast UDP komunikaciju. Na identičan način koristi se i u multicast komunikaciji.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MulticastSocket klasa veoma je slična DatagramSocket klasi.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8222093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MulticastSocket klasa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51185148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777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MulticastSocket klasa koristi se za slanje i prijem DatagramPacket objekata u multicast komunikaciji.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Ona je potklasa DatagramSocket klase.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Za multicast komunikaciju najprije je potrebno kreirati MulticastSocket objekat i povezati se na lokalni port.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Nakon što je MulticastSocket kreiran, mogu se vršiti sljedeće operacije: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Prudruživanje multicast grupi.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Slanje datagrama članovima multicast grupe.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Prijem datagrama od članova multicast grupe.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Napuštanje multicast grupe.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Za slanje podataka nije neophodno da se prethodno host pridruži multicast grupi, dok za prijem jeste.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938637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Konstruktori MulticastSocket klase 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49350545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MulticastSocket klasa ima tri konstruktora. Ovdje su data dva: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MulticastSocket()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MulticastSocket(int port)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Prvim konstruktorom otvara se MulticastSocket na slučajno odabranom portu, dok se drugim konstruktorom specicira port na koji će se soket vezati.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Predavanjem null vrijednosti konstruktoru kreira se MulticastSocket koji nije vezan ni za jedan port. On se kasnije za port može vezati pozivom bind metode.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Pozivom metode close, soket se zatvara.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579107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Pridruživanje i napuštanje multicast grupe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1914124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7222" lnSpcReduction="10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Za pridruživanje multicast grupi koristi se metoda joinGroup iz klase MulticastSocket: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joinGroup(InetAddress address) throws IOException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 – argument je adresa multicast grupe.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Jedan MulticastSocket može se pridružiti većem broju multicast grupa.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Informacije o članstvu u multicast grupama čuvaju se u ruteru, a ne u MulticastSocket objektu.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Za napuštanje multicast grupe koristi se metoda leaveGroup iz klase MulticastSocket: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leaveGroup(InetAddress address) throws IOException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 – argument je adresa multicast grupe.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Pozivom ove funkcije šalje se signal multicast ruteru da prestane da šalje datagrame na ovaj soket.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10024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Slanje i prijem multicast poruka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91574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Za slanje i prijem multicast poruka koriste se funkcije send i receive koje su naslijeđene iz klase DatagramSocket.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Prije poziva ovih funkcija potrebno je kreirati DatagramPacket objekat koji će se poslati, odnosno u koji će se upisati podaci po prijemu.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531652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Podešavanje TTL opcije za MulticastSocket-e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8265657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Podrazumijevano se koristi TTL=1, što znači da datagrami ne napuštaju lokalnu mrežu.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Ova opcija se može promijeniti pozivom funkcije setTimeToLive: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setTimeToLive(int ttl) throws IOException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Trenutna TTL vrijednost za MulticastSocket se može pročitati pozivom: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int getTimeToLive() throws IOException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214612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Loopback mode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80729739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Ova opcija podešava se pomoću sljedećih funkcija: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setLoopbackMode(boolean disable)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boolean getLoopbackMode()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Postavljanje loopback mode opcije na true indicira da host ne želi da prima pakete koje šalje.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Podešavanje ove opcije je samo naznaka mrežnom softveru. Ona se ne mora ispoštovati.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69203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sr-Latn-RS" sz="4400" b="0" strike="noStrike" spc="-1">
                <a:solidFill>
                  <a:schemeClr val="dk1"/>
                </a:solidFill>
                <a:latin typeface="Calibri Light"/>
              </a:rPr>
              <a:t>setInterface funkcija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22844671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MulticastSocket se podrazumijevano veže na sve mrežne interfejse na hostu.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Pozivom metode setInterface može se odabrati konkretni mrežni interfejs preko kojeg će se vršiti multicast komunikacija. 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Ova funkcija ima sljedeći oblik: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void setInterface(InetAddress address) throws SocketException</a:t>
            </a:r>
            <a:r>
              <a:rPr lang="sr-Latn-RS" sz="2400" b="0" strike="noStrike" spc="-1">
                <a:solidFill>
                  <a:schemeClr val="dk1"/>
                </a:solidFill>
                <a:latin typeface="Calibri"/>
              </a:rPr>
              <a:t> – argument je IP adresa odabranog interfejsa.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Postoji i odgovarajući geter: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public InetAddress getInterface() throws SocketException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/Relationships>
</file>

<file path=ppt/theme/_rels/theme5.xml.rels><?xml version="1.0" encoding="UTF-8" standalone="yes"?><Relationships xmlns="http://schemas.openxmlformats.org/package/2006/relationships"></Relationships>
</file>

<file path=ppt/theme/_rels/theme6.xml.rels><?xml version="1.0" encoding="UTF-8" standalone="yes"?><Relationships xmlns="http://schemas.openxmlformats.org/package/2006/relationships"></Relationships>
</file>

<file path=ppt/theme/_rels/theme7.xml.rels><?xml version="1.0" encoding="UTF-8" standalone="yes"?><Relationships xmlns="http://schemas.openxmlformats.org/package/2006/relationships"></Relationships>
</file>

<file path=ppt/theme/_rels/theme8.xml.rels><?xml version="1.0" encoding="UTF-8" standalone="yes"?><Relationships xmlns="http://schemas.openxmlformats.org/package/2006/relationships"></Relationships>
</file>

<file path=ppt/theme/_rels/theme9.xml.rels><?xml version="1.0" encoding="UTF-8" standalone="yes"?><Relationships xmlns="http://schemas.openxmlformats.org/package/2006/relationships"></Relationships>
</file>

<file path=ppt/theme/_rels/theme10.xml.rels><?xml version="1.0" encoding="UTF-8" standalone="yes"?><Relationships xmlns="http://schemas.openxmlformats.org/package/2006/relationships"></Relationships>
</file>

<file path=ppt/theme/_rels/theme11.xml.rels><?xml version="1.0" encoding="UTF-8" standalone="yes"?><Relationships xmlns="http://schemas.openxmlformats.org/package/2006/relationships"></Relationships>
</file>

<file path=ppt/theme/_rels/theme1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5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6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7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8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9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10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1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1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ONLYOFFICE/9.2.1.43</Application>
  <PresentationFormat>On-screen Show (4:3)</PresentationFormat>
  <Paragraphs>0</Paragraphs>
  <Slides>147</Slides>
  <Notes>147</Notes>
  <HiddenSlides>0</HiddenSlides>
  <MMClips>2</MMClips>
  <ScaleCrop>0</ScaleCrop>
  <HeadingPairs>
    <vt:vector size="4" baseType="variant">
      <vt:variant>
        <vt:lpstr>Theme</vt:lpstr>
      </vt:variant>
      <vt:variant>
        <vt:i4>11</vt:i4>
      </vt:variant>
      <vt:variant>
        <vt:lpstr>Slide Titles</vt:lpstr>
      </vt:variant>
      <vt:variant>
        <vt:i4>147</vt:i4>
      </vt:variant>
    </vt:vector>
  </HeadingPairs>
  <TitlesOfParts>
    <vt:vector size="158" baseType="lpstr">
      <vt:lpstr>Theme 1</vt:lpstr>
      <vt:lpstr>Theme 2</vt:lpstr>
      <vt:lpstr>Theme 3</vt:lpstr>
      <vt:lpstr>Theme 4</vt:lpstr>
      <vt:lpstr>Theme 5</vt:lpstr>
      <vt:lpstr>Theme 6</vt:lpstr>
      <vt:lpstr>Theme 7</vt:lpstr>
      <vt:lpstr>Theme 8</vt:lpstr>
      <vt:lpstr>Theme 9</vt:lpstr>
      <vt:lpstr>Theme 10</vt:lpstr>
      <vt:lpstr>Theme 11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Kosta</dc:creator>
  <dc:description/>
  <dc:language>en-US</dc:language>
  <cp:lastModifiedBy/>
  <cp:revision>252</cp:revision>
  <dcterms:created xsi:type="dcterms:W3CDTF">2022-02-15T13:54:02Z</dcterms:created>
  <dcterms:modified xsi:type="dcterms:W3CDTF">2026-03-08T21:39:15Z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145</vt:i4>
  </property>
</Properties>
</file>